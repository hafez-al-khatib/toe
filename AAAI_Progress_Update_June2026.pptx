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1154887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AAAI 2027 · Progress Update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Optimal Test-Time Compute
for Denoisers is Set by
Noise, Not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00B4D8"/>
                </a:solidFill>
              </a:rPr>
              <a:t>A Universal Inference-Depth Law for Iterative Denoisers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D3E0"/>
                </a:solidFill>
              </a:rPr>
              <a:t>Hafez Al-Khatib  ·  AUB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D48A"/>
                </a:solidFill>
              </a:rPr>
              <a:t>K*(σ) ≈ C σ^α    α = 1.376 ± 0.003   (architecture-independent)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Where We Started  →  Where We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31520"/>
            <a:ext cx="54864" cy="82296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6D"/>
                </a:solidFill>
              </a:rPr>
              <a:t>Original claim (v1–v4)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KAN-EBM has architecture-dependent exponent. KAN α = 1.45, ConvMLP α = 1.22. Δα = +0.23.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47088"/>
            <a:ext cx="54864" cy="8229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470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</a:rPr>
              <a:t>NeurIPS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Desk reject (scope/fit). Own adversarial review: 3/10. Core empirical claim flagged as artifact.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62656"/>
            <a:ext cx="54864" cy="8229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</a:rPr>
              <a:t>Tier-0 audit  (June 4–5)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1012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3 training seeds + per-image continuous K*. Result: gap collapsed to zero. The LAW survived.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78224"/>
            <a:ext cx="54864" cy="82296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782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8A"/>
                </a:solidFill>
              </a:rPr>
              <a:t>Phase B  (June 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2569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Direct score network (non-energy, 77K) gives α = 1.376 ± 0.002 — IDENTICAL to all EBMs.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193792"/>
            <a:ext cx="54864" cy="82296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1937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8A"/>
                </a:solidFill>
              </a:rPr>
              <a:t>Reframed thesis  (locked June 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4126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The law is universal across architectures AND model families. Noise sets α, not the model.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914400"/>
            <a:ext cx="5394960" cy="53035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914400"/>
            <a:ext cx="53949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0058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The pivot in one equation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D6D"/>
                </a:solidFill>
              </a:rPr>
              <a:t>Before: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D3E0"/>
                </a:solidFill>
              </a:rPr>
              <a:t>α(KAN) &gt; α(ConvMLP)  →  KAN is special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D48A"/>
                </a:solidFill>
              </a:rPr>
              <a:t>After: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6974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8A"/>
                </a:solidFill>
              </a:rPr>
              <a:t>α(KAN) = α(ConvMLP) = α(score)
        = 1.376 ± 0.003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4290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The architecture gap was a training-recipe
artifact (richer recipe → higher α for ALL
models, not just KAN).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1596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New claim: the exponent is a property
of the task (noise + data), not the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Tier-0 Audit: Killing the Credibility Smell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9F1C"/>
                </a:solidFill>
              </a:rPr>
              <a:t>Problem flagged by reviewer M6: all α values identical to 16 digits (same training seed).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703320" cy="512064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7033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417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What we 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87451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▸  3 independent training seeds per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880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▸  Per-image continuous K* (not argmax-of-mean)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886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▸  Matched recipe: 40ep / 20K / bs=32 / single σ=0.15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920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▸  4 energy heads: KAN, GELU, SiLU, Tanh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1325880"/>
            <a:ext cx="3703320" cy="512064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325880"/>
            <a:ext cx="3703320" cy="36576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417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8A"/>
                </a:solidFill>
              </a:rPr>
              <a:t>What we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87451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▸  α: KAN 1.376 | GELU 1.378 | SiLU 1.379 | Tanh 1.373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80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▸  ALL within 1.376 ± 0.003 — statistically identical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886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▸  R² = 0.98–0.997 across all seeds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8920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▸  Seed std = 0.001–0.006 (genuine variance, not zero)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47304" y="1325880"/>
            <a:ext cx="3703320" cy="512064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47304" y="1325880"/>
            <a:ext cx="3703320" cy="36576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1" y="1417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6D"/>
                </a:solidFill>
              </a:rPr>
              <a:t>What died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187451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▸  Δα = +0.23 (KAN vs ConvMLP): NOT reproducible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2880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▸  Old checkpoints had richer recipe (more epochs,
multi-σ) → inflated α for KAN and U-Net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3886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▸  Under matched training: zero architecture effect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48920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▸  Paper v4 central claim is 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D48A"/>
                </a:solidFill>
              </a:rPr>
              <a:t>Takeaway: the scaling LAW is rock-solid. The architecture narrative was the artifact.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Core Result: Architecture-Independent Universality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2103120" cy="14173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749808"/>
            <a:ext cx="2103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595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α = 1.376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441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3E0"/>
                </a:solidFill>
              </a:rPr>
              <a:t>KAN energy head
3 seeds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24328" y="749808"/>
            <a:ext cx="2103120" cy="14173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24328" y="749808"/>
            <a:ext cx="2103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8" y="8595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α = 1.378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13441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3E0"/>
                </a:solidFill>
              </a:rPr>
              <a:t>GELU energy head
3 seeds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28616" y="749808"/>
            <a:ext cx="2103120" cy="14173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28616" y="749808"/>
            <a:ext cx="2103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28616" y="8595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α = 1.379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13441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3E0"/>
                </a:solidFill>
              </a:rPr>
              <a:t>SiLU energy head
3 seeds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2904" y="749808"/>
            <a:ext cx="2103120" cy="14173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32904" y="749808"/>
            <a:ext cx="2103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2904" y="8595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α = 1.373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4" y="13441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3E0"/>
                </a:solidFill>
              </a:rPr>
              <a:t>Tanh energy head
3 seeds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37192" y="749808"/>
            <a:ext cx="2103120" cy="14173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37192" y="749808"/>
            <a:ext cx="2103120" cy="36576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37192" y="8595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DD48A"/>
                </a:solidFill>
              </a:rPr>
              <a:t>α = 1.376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13441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3E0"/>
                </a:solidFill>
              </a:rPr>
              <a:t>Direct score net
(non-energy, 77K)
3 seeds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23042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D48A"/>
                </a:solidFill>
              </a:rPr>
              <a:t>All five models: α = 1.376 ± 0.003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834640"/>
            <a:ext cx="5486400" cy="352044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834640"/>
            <a:ext cx="36576" cy="3520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288950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Cross-architecture (EBM heads)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3182112"/>
            <a:ext cx="526694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>
                <a:solidFill>
                  <a:srgbClr val="CAD3E0"/>
                </a:solidFill>
              </a:rPr>
              <a:t>Same energy parameterization family, different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activation functions: KAN B-splines, GELU, SiLU,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Tanh. Identical α under matched recipe.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→ The exponent is NOT a property of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the activation or basis function.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834640"/>
            <a:ext cx="5715000" cy="352044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2834640"/>
            <a:ext cx="36576" cy="352044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2889504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8A"/>
                </a:solidFill>
              </a:rPr>
              <a:t>Cross-family (energy vs. score)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182112"/>
            <a:ext cx="549554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>
                <a:solidFill>
                  <a:srgbClr val="CAD3E0"/>
                </a:solidFill>
              </a:rPr>
              <a:t>ScoreNet predicts the score field s_θ(x) directly —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it has NO scalar energy, NO gradient structure.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Trained with DSM under the same recipe.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→ The exponent is NOT a property of the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energy-based parameterization at all.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→ It is a property of iterative denoising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Where the Law Holds: Corruption Phase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Tested on existing checkpoints (KAN / ConvMLP / U-Net) across 6 corruption types.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3891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4251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Corruption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234440"/>
            <a:ext cx="34747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2618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Fit quality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234440"/>
            <a:ext cx="27432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2618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Law 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64208"/>
            <a:ext cx="4389120" cy="658368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664208"/>
            <a:ext cx="3474720" cy="658368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664208"/>
            <a:ext cx="2743200" cy="658368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7739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Gaussian 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773936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D48A"/>
                </a:solidFill>
              </a:rPr>
              <a:t>R² &gt; 0.97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773936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D48A"/>
                </a:solidFill>
              </a:rPr>
              <a:t>✓ Obeys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50008"/>
            <a:ext cx="4389120" cy="658368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2350008"/>
            <a:ext cx="3474720" cy="658368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2350008"/>
            <a:ext cx="2743200" cy="658368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4597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Speckle noise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459736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D48A"/>
                </a:solidFill>
              </a:rPr>
              <a:t>R² &gt; 0.96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459736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D48A"/>
                </a:solidFill>
              </a:rPr>
              <a:t>✓ Obeys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035808"/>
            <a:ext cx="4389120" cy="658368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3035808"/>
            <a:ext cx="3474720" cy="658368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3035808"/>
            <a:ext cx="2743200" cy="658368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1455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Poisson noise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145536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D48A"/>
                </a:solidFill>
              </a:rPr>
              <a:t>R² &gt; 0.95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145536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D48A"/>
                </a:solidFill>
              </a:rPr>
              <a:t>✓ Obeys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721608"/>
            <a:ext cx="4389120" cy="658368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0" y="3721608"/>
            <a:ext cx="3474720" cy="658368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1120" y="3721608"/>
            <a:ext cx="2743200" cy="658368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8313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Gaussian blur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831336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4D6D"/>
                </a:solidFill>
              </a:rPr>
              <a:t>R² ≈ 0.00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3831336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4D6D"/>
                </a:solidFill>
              </a:rPr>
              <a:t>✗ Breaks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407408"/>
            <a:ext cx="4389120" cy="658368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0" y="4407408"/>
            <a:ext cx="3474720" cy="658368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61120" y="4407408"/>
            <a:ext cx="2743200" cy="658368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5171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JPEG compression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517136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4D6D"/>
                </a:solidFill>
              </a:rPr>
              <a:t>R² ≈ 0.00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517136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4D6D"/>
                </a:solidFill>
              </a:rPr>
              <a:t>✗ Breaks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093208"/>
            <a:ext cx="4389120" cy="658368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0" y="5093208"/>
            <a:ext cx="3474720" cy="658368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20" y="5093208"/>
            <a:ext cx="2743200" cy="658368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2029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Salt-and-pepper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202936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F1C"/>
                </a:solidFill>
              </a:rPr>
              <a:t>R² ≈ 0.45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5202936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F1C"/>
                </a:solidFill>
              </a:rPr>
              <a:t>~ Partial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87044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Mechanism insight: additive stochastic noise → Gaussian-smoothed posterior → iterative regularization applies.
Deterministic operators (blur, JPEG) → structured degradation → different signal-noise decomposition → law breaks.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Scale-Up to 64px: Law Holds, α is Data-Dependent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CelebA-64 (64×64 RGB, 8K training images) — same protocol, same families.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2514600" cy="14173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2514600" cy="36576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16736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DD48A"/>
                </a:solidFill>
              </a:rPr>
              <a:t>α = 1.255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0136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3E0"/>
                </a:solidFill>
              </a:rPr>
              <a:t>Score net
(64px CelebA)
2 seeds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07008"/>
            <a:ext cx="2514600" cy="14173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207008"/>
            <a:ext cx="2514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316736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α = 1.268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0136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3E0"/>
                </a:solidFill>
              </a:rPr>
              <a:t>ConvMLP-GELU
(64px CelebA)
3 seeds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207008"/>
            <a:ext cx="2514600" cy="14173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207008"/>
            <a:ext cx="2514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316736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α = 1.271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80136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3E0"/>
                </a:solidFill>
              </a:rPr>
              <a:t>KAN energy
(64px CelebA)
2 seeds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207008"/>
            <a:ext cx="2514600" cy="14173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207008"/>
            <a:ext cx="251460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316736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90E0EF"/>
                </a:solidFill>
              </a:rPr>
              <a:t>α = 1.376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80136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3E0"/>
                </a:solidFill>
              </a:rPr>
              <a:t>All models
(32px CIFAR-10)
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88920"/>
            <a:ext cx="11548872" cy="3657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926080"/>
            <a:ext cx="5577840" cy="33832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926080"/>
            <a:ext cx="36576" cy="338328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2980944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8A"/>
                </a:solidFill>
              </a:rPr>
              <a:t>α is architecture-independent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3273552"/>
            <a:ext cx="5358383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>
                <a:solidFill>
                  <a:srgbClr val="CAD3E0"/>
                </a:solidFill>
              </a:rPr>
              <a:t>At 64px: score (1.255) ≈ ConvMLP (1.268) ≈ KAN (1.271)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Same family clustering as at 32px.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Cross-family universality HOLDS at higher resolution.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R² &gt; 0.999 across all 64px runs — even cleaner
power law than at 32px.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926080"/>
            <a:ext cx="5532120" cy="33832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2926080"/>
            <a:ext cx="36576" cy="33832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2980944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</a:rPr>
              <a:t>α is data-dependent  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3273552"/>
            <a:ext cx="531266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>
                <a:solidFill>
                  <a:srgbClr val="CAD3E0"/>
                </a:solidFill>
              </a:rPr>
              <a:t>CIFAR-32 α ≈ 1.376  vs  CelebA-64 α ≈ 1.26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Δα ≈ 0.12  (well outside seed noise of ±0.003)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Consistent with α = 2γ/β: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CelebA has smoother spectrum (larger β)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→ smaller α (fewer steps needed per σ)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paper_v4 claim 'Δα ≤ 0.005 across datasets'
was a methodology artifact — DROPPED.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Mechanism: Early-Stopped Spectral Regularization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Why does noise set α?  A tractable local model gives the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760720" cy="516636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7607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The derivation sketch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0E0EF"/>
                </a:solidFill>
              </a:rPr>
              <a:t>1.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AD3E0"/>
                </a:solidFill>
              </a:rPr>
              <a:t>Near attractor, energy is locally quadratic: E(u) = ½ uᵀAu. GD in the eigenbasis: u_K[i] = (1−ηλᵢ)^K · ũ[i]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0E0EF"/>
                </a:solidFill>
              </a:rPr>
              <a:t>2. Each step = shrinkage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AD3E0"/>
                </a:solidFill>
              </a:rPr>
              <a:t>K gradient steps act as a Landweber spectral filter a_i(K) = (1−ηλᵢ)^K  — the same as Tikhonov/iterated regularization.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0E0EF"/>
                </a:solidFill>
              </a:rPr>
              <a:t>3. Optimal K per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AD3E0"/>
                </a:solidFill>
              </a:rPr>
              <a:t>Bias-variance balance gives K*(σ) via the crossover mode: modes above i* = σ^{−2/β} are noise-dominated.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0E0EF"/>
                </a:solidFill>
              </a:rPr>
              <a:t>4. The exponent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66359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AD3E0"/>
                </a:solidFill>
              </a:rPr>
              <a:t>K* ∝ λ_{i*}^{−1} ∝ σ^{2γ/β}   →   α = 2γ/β
β = data power spectrum exponent (P(f) ∝ f^{−β})
γ = learned curvature spectrum exponent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188720"/>
            <a:ext cx="5577840" cy="24688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188720"/>
            <a:ext cx="5577840" cy="36576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D48A"/>
                </a:solidFill>
              </a:rPr>
              <a:t>What the theory correctly predicts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7190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✓  Sign: more noise → more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6654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✓  Band: α ∈ [1.2, 1.5] for natural images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1401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✓  Data-dependence: larger β → smaller 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614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✓  Phase boundary: breaks for non-additive noise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089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AD3E0"/>
                </a:solidFill>
              </a:rPr>
              <a:t>✓  Architecture-independence (γ is recipe-set)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794760"/>
            <a:ext cx="5577840" cy="25603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794760"/>
            <a:ext cx="5577840" cy="3657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8679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Honest scope (important!)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5196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The go/no-go on real checkpoints FAILED
(measured κ underpredicts α, anti-correlates
for some models). Confound: data-basis
diagonalization assumption breaks in practice.
Presented as: illustrative mechanism +
rigorous regularization-theory framing.
NOT a fitted or measured law.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Practical Payoff: A Search-Free Early-Stopping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The law is not just descriptive — it gives a deployable inference protocol.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606040" cy="146304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606040" cy="36576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441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DD48A"/>
                </a:solidFill>
              </a:rPr>
              <a:t>99.83%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3E0"/>
                </a:solidFill>
              </a:rPr>
              <a:t>oracle PSNR
recovered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34440"/>
            <a:ext cx="2606040" cy="146304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234440"/>
            <a:ext cx="26060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3441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30×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3E0"/>
                </a:solidFill>
              </a:rPr>
              <a:t>fewer inference
passes vs K-sweep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234440"/>
            <a:ext cx="2606040" cy="146304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234440"/>
            <a:ext cx="2606040" cy="36576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3441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4D6D"/>
                </a:solidFill>
              </a:rPr>
              <a:t>−5.2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3E0"/>
                </a:solidFill>
              </a:rPr>
              <a:t>cost of naive
fixed-K at high 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234440"/>
            <a:ext cx="2606040" cy="146304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234440"/>
            <a:ext cx="260604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3441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90E0EF"/>
                </a:solidFill>
              </a:rPr>
              <a:t>5-point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3E0"/>
                </a:solidFill>
              </a:rPr>
              <a:t>calibration
per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34640"/>
            <a:ext cx="7315200" cy="356616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834640"/>
            <a:ext cx="36576" cy="3566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2889504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The protocol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3182112"/>
            <a:ext cx="709574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>
                <a:solidFill>
                  <a:srgbClr val="CAD3E0"/>
                </a:solidFill>
              </a:rPr>
              <a:t>1.  Calibrate: for 5 known σ values, measure K*(σ) on a small val set.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2.  Fit: estimate C and α via log-log OLS (two parameters, five points).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3.  Deploy: at test time, for any noise level σ, stop at K = round(C σ^α).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4.  No K-sweep, no validation set at test time, no hyperparameter search.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Leave-one-out evaluation on KAN-110K / CIFAR-10: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Rule: 99.83% oracle  |  max gap: 0.20 dB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Fixed K=10: 90.6%    |  worst case: −5.2 dB at high σ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K=1 (no refinement): up to −6.9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2834640"/>
            <a:ext cx="4114800" cy="356616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18120" y="2834640"/>
            <a:ext cx="36576" cy="356616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88950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8A"/>
                </a:solidFill>
              </a:rPr>
              <a:t>Why reviewers care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3182112"/>
            <a:ext cx="389534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>
                <a:solidFill>
                  <a:srgbClr val="CAD3E0"/>
                </a:solidFill>
              </a:rPr>
              <a:t>The standard test-time-compute
problem is: how much to spend?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Our answer: a closed-form rule
from 5 calibration points.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The law SAVES compute relative
to running K=K_max every time.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Connection to classical early-
stopping literature (Yao 2007,
Raskutti 2014) is the theory hook.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 Progress: Strengthening the Two Remaining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5623560" cy="5440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36576" cy="5440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969264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β-sweep: controlled theory test  (4090 overnight)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261872"/>
            <a:ext cx="5404104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>
                <a:solidFill>
                  <a:srgbClr val="CAD3E0"/>
                </a:solidFill>
              </a:rPr>
              <a:t>What: train EBM + score models on synthetic 1/f^β Gaussian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random fields for β ∈ {1.0, 1.5, 2.0, 2.5, 3.0}.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These obey the spectral assumptions BY CONSTRUCTION.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Test: does log α vs log β̂ fit a line with slope −1?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Theory predicts: YES (α = 2γ/β → log α = log 2γ − log β).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PASS → theory section upgrades from 'illustrative' to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     'tested where assumptions hold'; CIFAR vs CelebA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     becomes the in-the-wild corroboration.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FAIL → reported as the boundary of the spectral account;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     law, diagram, and rule are unaffected.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Code: theory/beta_sweep.py  (resume-safe, saves after each run)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Expected runtime: ~6–10h, 5 β × 2 families × 3 seeds = 30 runs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914400"/>
            <a:ext cx="5760720" cy="5440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914400"/>
            <a:ext cx="36576" cy="544068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96926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8A"/>
                </a:solidFill>
              </a:rPr>
              <a:t>Pretrained DDPM baseline  (Colab Pro this month)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61872"/>
            <a:ext cx="5541264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>
                <a:solidFill>
                  <a:srgbClr val="CAD3E0"/>
                </a:solidFill>
              </a:rPr>
              <a:t>What: google/ddpm-cifar10-32  (35.7M params, production-trained)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run through the IDENTICAL K-sweep protocol.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VP → VE score conversion: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s(u) = −ε̂(√ᾱ_t · u, t) / σ_t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conditioning fixed at t matching σ=0.15 (apples-to-apples)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If α ≈ 1.38: cross-family claim now spans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5.8K params (micro EBM)  →  35.7M params (DDPM)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trained-from-scratch  →  production-pretrained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energy model  →  score model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→ Reviewer M1 fully retired.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Code: theory/colab_diffusion_baseline.ipynb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Drive-mounted, saves after every σ, auto-resumes.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Expected runtime: ~15 min on Colab T4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Remaining Work to AAAI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13258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768096"/>
            <a:ext cx="1216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D1B2A"/>
                </a:solidFill>
              </a:rPr>
              <a:t>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74980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768096"/>
            <a:ext cx="1261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D1B2A"/>
                </a:solidFill>
              </a:rPr>
              <a:t>Resource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749808"/>
            <a:ext cx="64465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768096"/>
            <a:ext cx="6336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D1B2A"/>
                </a:solidFill>
              </a:rPr>
              <a:t>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0" y="749808"/>
            <a:ext cx="21031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57232" y="768096"/>
            <a:ext cx="19933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D1B2A"/>
                </a:solidFill>
              </a:rPr>
              <a:t>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170432"/>
            <a:ext cx="1325880" cy="868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37360" y="1170432"/>
            <a:ext cx="1371600" cy="868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170432"/>
            <a:ext cx="6446520" cy="868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84080" y="1170432"/>
            <a:ext cx="2103120" cy="868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1280160"/>
            <a:ext cx="12161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Weeks 1–2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0512" y="1280160"/>
            <a:ext cx="1261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Colab + 4090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1225296"/>
            <a:ext cx="6336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AD3E0"/>
                </a:solidFill>
              </a:rPr>
              <a:t>DDPM baseline + β-sweep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1280160"/>
            <a:ext cx="19933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0E0EF"/>
                </a:solidFill>
              </a:rPr>
              <a:t>Colab Pro / 4090 SSH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066543"/>
            <a:ext cx="1325880" cy="86868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37360" y="2066543"/>
            <a:ext cx="1371600" cy="86868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0" y="2066543"/>
            <a:ext cx="6446520" cy="86868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84080" y="2066543"/>
            <a:ext cx="2103120" cy="86868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2176272"/>
            <a:ext cx="12161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Weeks 3–4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10512" y="2176272"/>
            <a:ext cx="1261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4090 + 3080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3552" y="2121408"/>
            <a:ext cx="6336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AD3E0"/>
                </a:solidFill>
              </a:rPr>
              <a:t>DnCNN/NAFNet-small baseline (feedforward, no K-dial)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2176272"/>
            <a:ext cx="19933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0E0EF"/>
                </a:solidFill>
              </a:rPr>
              <a:t>4090 training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962656"/>
            <a:ext cx="1325880" cy="868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37360" y="2962656"/>
            <a:ext cx="1371600" cy="868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2962656"/>
            <a:ext cx="6446520" cy="868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84080" y="2962656"/>
            <a:ext cx="2103120" cy="868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3072384"/>
            <a:ext cx="12161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Weeks 3–4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10512" y="3072384"/>
            <a:ext cx="1261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4090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73552" y="3017520"/>
            <a:ext cx="6336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AD3E0"/>
                </a:solidFill>
              </a:rPr>
              <a:t>BSD500 64px: 3rd dataset for α(data) trend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3072384"/>
            <a:ext cx="19933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0E0EF"/>
                </a:solidFill>
              </a:rPr>
              <a:t>4090 training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858768"/>
            <a:ext cx="1325880" cy="86868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37360" y="3858768"/>
            <a:ext cx="1371600" cy="86868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0" y="3858768"/>
            <a:ext cx="6446520" cy="86868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84080" y="3858768"/>
            <a:ext cx="2103120" cy="86868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3968496"/>
            <a:ext cx="12161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Weeks 4–6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10512" y="3968496"/>
            <a:ext cx="1261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3080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73552" y="3913631"/>
            <a:ext cx="6336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AD3E0"/>
                </a:solidFill>
              </a:rPr>
              <a:t>Ablations: recipe (single- vs multi-σ), parameter-count sweep, eval-protocol, optimizer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7232" y="3968496"/>
            <a:ext cx="19933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0E0EF"/>
                </a:solidFill>
              </a:rPr>
              <a:t>3080 eval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754880"/>
            <a:ext cx="1325880" cy="868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4754880"/>
            <a:ext cx="1371600" cy="868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0" y="4754880"/>
            <a:ext cx="6446520" cy="868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84080" y="4754880"/>
            <a:ext cx="2103120" cy="868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4864608"/>
            <a:ext cx="12161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Weeks 4–6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10512" y="4864608"/>
            <a:ext cx="1261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3080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73552" y="4809744"/>
            <a:ext cx="6336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AD3E0"/>
                </a:solidFill>
              </a:rPr>
              <a:t>Extend phase diagram: noise mixtures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57232" y="4864608"/>
            <a:ext cx="19933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0E0EF"/>
                </a:solidFill>
              </a:rPr>
              <a:t>3080 eval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650992"/>
            <a:ext cx="1325880" cy="86868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737360" y="5650992"/>
            <a:ext cx="1371600" cy="86868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0" y="5650992"/>
            <a:ext cx="6446520" cy="86868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84080" y="5650992"/>
            <a:ext cx="2103120" cy="86868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3192" y="5760720"/>
            <a:ext cx="12161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Weeks 6–8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10512" y="5760720"/>
            <a:ext cx="1261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Writing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73552" y="5705856"/>
            <a:ext cx="6336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AD3E0"/>
                </a:solidFill>
              </a:rPr>
              <a:t>Rewrite paper_v4.tex around locked thesis; code release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57232" y="5760720"/>
            <a:ext cx="19933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0E0EF"/>
                </a:solidFill>
              </a:rPr>
              <a:t>Deadline: ~Aug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" y="649224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4D6D"/>
                </a:solidFill>
              </a:rPr>
              <a:t>Scope discipline: NO Eikonal, latent-HKAN, or composition in this paper. One core, deepened.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Honest Positioning for AAAI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657600" cy="5440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36576" cy="544068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01498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8A"/>
                </a:solidFill>
              </a:rPr>
              <a:t>What this paper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3438144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>
                <a:solidFill>
                  <a:srgbClr val="CAD3E0"/>
                </a:solidFill>
              </a:rPr>
              <a:t>A clean, universal empirical law with: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• Cross-architecture universality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 (5 heads, matched training)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• Cross-family universality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 (EBM + score + DDPM pending)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• Mechanistic framing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 (spectral regularization)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• Sharp phase boundary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 (additive ✓ / deterministic ✗)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• Practical deployable rule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 (99.83% oracle, 30× faster)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• Data-dependence explained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 (α = 2γ/β)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960120"/>
            <a:ext cx="3931920" cy="5440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960120"/>
            <a:ext cx="36576" cy="54406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101498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</a:rPr>
              <a:t>The reviewer risk (and response)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1307592"/>
            <a:ext cx="3712463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>
                <a:solidFill>
                  <a:srgbClr val="CAD3E0"/>
                </a:solidFill>
              </a:rPr>
              <a:t>Risk: 'expected from regularization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theory — nothing new.'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Response: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(a) Cross-family universality was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   NOT previously demonstrated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(b) Phase boundary is new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(c) Practical calibration rule is new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(d) Connecting test-time-compute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   (hot topic) to classical iterated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   regularization is the contribution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AAAI explicitly invites empirical,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integrative, and analysis papers.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This is that lane.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960120"/>
            <a:ext cx="3657600" cy="54406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960120"/>
            <a:ext cx="36576" cy="544068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01498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6D"/>
                </a:solidFill>
              </a:rPr>
              <a:t>What this paper is 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307592"/>
            <a:ext cx="3438144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>
                <a:solidFill>
                  <a:srgbClr val="CAD3E0"/>
                </a:solidFill>
              </a:rPr>
              <a:t>✗ A claim that KAN is special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(dropped entirely)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✗ A new architecture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✗ Better than SOTA denoisers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(DnCNN/NAFNet beat us in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 absolute PSNR — that's fine)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✗ A unified theory of intelligence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(that's the long game)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/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✗ A paradigm shift</a:t>
            </a:r>
          </a:p>
          <a:p>
            <a:pPr algn="l"/>
            <a:r>
              <a:rPr sz="1550">
                <a:solidFill>
                  <a:srgbClr val="CAD3E0"/>
                </a:solidFill>
              </a:rPr>
              <a:t>  It's a wedge. A clean wedge.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48872" cy="196596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1154887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The one-line thesis (locked):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The optimal number of inference steps for an iterative denoiser is a universal power law
in the noise level — K*(σ) ≈ C σ^α, with α set by the data spectrum, not the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108960"/>
            <a:ext cx="1371600" cy="658368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218688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18688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CAD3E0"/>
                </a:solidFill>
              </a:rPr>
              <a:t>Universality (5 heads + score, α=1.376±0.003) · Phase diagram · Theory framing · Practical rule (99.83%) · 64px scale-up · 3-seed rigor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913632"/>
            <a:ext cx="1371600" cy="65836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023360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RUNNING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02336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CAD3E0"/>
                </a:solidFill>
              </a:rPr>
              <a:t>β-sweep (4090) — controlled theory test · DDPM baseline (Colab) — cross-family capstone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718304"/>
            <a:ext cx="137160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828032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WEEKS 3–6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828032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CAD3E0"/>
                </a:solidFill>
              </a:rPr>
              <a:t>DnCNN baseline · BSD500 64px · ablation suite · paper rewrite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522976"/>
            <a:ext cx="1371600" cy="65836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5632704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DEADLINE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632704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CAD3E0"/>
                </a:solidFill>
              </a:rPr>
              <a:t>~August 2026  (AAAI 2027)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D48A"/>
                </a:solidFill>
              </a:rPr>
              <a:t>K*(σ) ≈ C σ^α      α = 1.376 ± 0.003      architecture-independent      data-dependent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