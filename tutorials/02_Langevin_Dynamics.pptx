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Langevin Dynamics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Contrastive Divergence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ball actually rolls — and how the model learns to shape the bowl.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of 9  •  Natural Intelligence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1645920" cy="1645920"/>
          </a:xfrm>
          <a:prstGeom prst="ellips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1371600"/>
            <a:ext cx="1097280" cy="1097280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Gradient Descent Gets Stuck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gradient descent always goes downhill — but downhill locally isn't always downhill globally.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Gradient Descent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097280" cy="548640"/>
          </a:xfrm>
          <a:prstGeom prst="ellipse">
            <a:avLst/>
          </a:prstGeom>
          <a:solidFill>
            <a:srgbClr val="1A2233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2011680"/>
            <a:ext cx="1463040" cy="731520"/>
          </a:xfrm>
          <a:prstGeom prst="ellipse">
            <a:avLst/>
          </a:prstGeom>
          <a:solidFill>
            <a:srgbClr val="1A2233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40280"/>
            <a:ext cx="320040" cy="3200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(stuck!)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(goal)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474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gets trapped.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reaches the right answer.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1148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Langevin Dynamics (+ noise)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377440"/>
            <a:ext cx="1097280" cy="548640"/>
          </a:xfrm>
          <a:prstGeom prst="ellipse">
            <a:avLst/>
          </a:prstGeom>
          <a:solidFill>
            <a:srgbClr val="1A2233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2011680"/>
            <a:ext cx="1463040" cy="731520"/>
          </a:xfrm>
          <a:prstGeom prst="ellipse">
            <a:avLst/>
          </a:prstGeom>
          <a:solidFill>
            <a:srgbClr val="1A2233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920240"/>
            <a:ext cx="320040" cy="3200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kicks ball 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local trap!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helps escape.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global minimum.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Langevin Equation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x(t+1) = x(t) − η ∇E(x(t)) + √(2η) · ε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2103120"/>
            <a:ext cx="274320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103120"/>
            <a:ext cx="2743200" cy="64008"/>
          </a:xfrm>
          <a:prstGeom prst="rect">
            <a:avLst/>
          </a:prstGeom>
          <a:solidFill>
            <a:srgbClr val="E6EDF3"/>
          </a:solidFill>
          <a:ln w="12700">
            <a:solidFill>
              <a:srgbClr val="E6ED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x(t+1)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154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system moves to on step t+1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274320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103120"/>
            <a:ext cx="27432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η ∇E(x(t))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154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downhill on the energy surface.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step size, ∇E = slope of energy.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103120"/>
            <a:ext cx="274320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103120"/>
            <a:ext cx="27432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√(2η) · 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3154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thermal kick.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~ N(0,I). Prevents getting stuck.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forces in tension: gravity (pull to minimum) vs. thermal kicks (escape traps). This is physics.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Annealing: The Temperature Schedule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hot (noisy, exploring) → gradually cool down (quiet, converging)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651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265176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steps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noise.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bounces around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landscape.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escape any local trap.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51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71600"/>
            <a:ext cx="265176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steps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(Medium 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19456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noise.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Settling toward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regions.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flexible.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371600"/>
            <a:ext cx="265176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steps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 T → 0)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noise.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commits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best minimum.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cleanly.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Metalworking. Heat steel (hot = disordered), slowly cool it (anneal) — atoms settle into the strongest crystal structure. Your network does the same with data.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Divergence (CD-k)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clever training trick that avoids computing the intractable partition function Z.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81328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real data sample x₀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clean MNIST digit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75688"/>
            <a:ext cx="85953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185416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67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 steps of Langevin from x₀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2167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'corrupted' sample xₖ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779776"/>
            <a:ext cx="85953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889504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871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down E(x₀)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28712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should have LOW energy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483864"/>
            <a:ext cx="85953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593592"/>
            <a:ext cx="384048" cy="38404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575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up E(xₖ)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3575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own samples should have HIGH energy (if they're wrong)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187952"/>
            <a:ext cx="85953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297680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4279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0" y="4279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← θ − α (∇E(x₀) − ∇E(xₖ))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you don't need to know the global energy landscape — just compare real data vs nearby model samples.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CD: The Replay Buffer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CD restarts Langevin from real data each step — mixing is slow. PCD maintains a buffer.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914400" cy="731520"/>
          </a:xfrm>
          <a:prstGeom prst="rect">
            <a:avLst/>
          </a:prstGeom>
          <a:solidFill>
            <a:srgbClr val="0F1923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08760" y="1920240"/>
            <a:ext cx="914400" cy="731520"/>
          </a:xfrm>
          <a:prstGeom prst="rect">
            <a:avLst/>
          </a:prstGeom>
          <a:solidFill>
            <a:srgbClr val="0F1923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920240"/>
            <a:ext cx="914400" cy="731520"/>
          </a:xfrm>
          <a:prstGeom prst="rect">
            <a:avLst/>
          </a:prstGeom>
          <a:solidFill>
            <a:srgbClr val="1C3A5E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used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1920240"/>
            <a:ext cx="914400" cy="731520"/>
          </a:xfrm>
          <a:prstGeom prst="rect">
            <a:avLst/>
          </a:prstGeom>
          <a:solidFill>
            <a:srgbClr val="0F1923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920240"/>
            <a:ext cx="914400" cy="731520"/>
          </a:xfrm>
          <a:prstGeom prst="rect">
            <a:avLst/>
          </a:prstGeom>
          <a:solidFill>
            <a:srgbClr val="0F1923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1920240"/>
            <a:ext cx="914400" cy="731520"/>
          </a:xfrm>
          <a:prstGeom prst="rect">
            <a:avLst/>
          </a:prstGeom>
          <a:solidFill>
            <a:srgbClr val="1C3A5E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used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920240"/>
            <a:ext cx="914400" cy="731520"/>
          </a:xfrm>
          <a:prstGeom prst="rect">
            <a:avLst/>
          </a:prstGeom>
          <a:solidFill>
            <a:srgbClr val="0F1923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18120" y="1920240"/>
            <a:ext cx="914400" cy="731520"/>
          </a:xfrm>
          <a:prstGeom prst="rect">
            <a:avLst/>
          </a:prstGeom>
          <a:solidFill>
            <a:srgbClr val="0F1923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samples stored and slowly refined over training — not restarted from scratch each step.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794760"/>
            <a:ext cx="4023360" cy="1051560"/>
          </a:xfrm>
          <a:prstGeom prst="rect">
            <a:avLst/>
          </a:prstGeom>
          <a:solidFill>
            <a:srgbClr val="0F1923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CD-k (Standard)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from real data → short chains → poor mixing → biased gradients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794760"/>
            <a:ext cx="4023360" cy="1051560"/>
          </a:xfrm>
          <a:prstGeom prst="rect">
            <a:avLst/>
          </a:prstGeom>
          <a:solidFill>
            <a:srgbClr val="0F1923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PCD (Persistent)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warm chains → better mixing → unbiased gradients → faster convergence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"Noise is not the enemy.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mechanism of exploration."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2880360"/>
            <a:ext cx="228600" cy="2286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28346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Langevin = gradient descent + Gaussian noise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291840"/>
            <a:ext cx="228600" cy="2286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324612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helps escape local minima (exploration)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703320"/>
            <a:ext cx="228600" cy="2286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65760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Annealing: start noisy, cool down for precision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4114800"/>
            <a:ext cx="228600" cy="2286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40690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Divergence: push real data down, model samples up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4526280"/>
            <a:ext cx="228600" cy="2286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44805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 (PCD) gives better negative samples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Lecture 3 — Kolmogorov-Arnold Networks (KANs)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2026-03-22T02:39:17Z</dcterms:created>
  <dcterms:modified xsi:type="dcterms:W3CDTF">2026-03-22T02:39:17Z</dcterms:modified>
</cp:coreProperties>
</file>