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Energy-Based Models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Physics Do the Thinking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of 9  •  Natural Intelligence 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0" y="914400"/>
            <a:ext cx="2011680" cy="201168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1280160"/>
            <a:ext cx="1280160" cy="1280160"/>
          </a:xfrm>
          <a:prstGeom prst="ellipse">
            <a:avLst/>
          </a:prstGeom>
          <a:solidFill>
            <a:srgbClr val="38BDF8">
              <a:alpha val="30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Way: Compute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neural networks map input → output in a single forward pass: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0" y="1463040"/>
            <a:ext cx="41148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Neural Net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f(x)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goes IN → Answer comes OUT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shot — no second chances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notion of confidence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Fragile to small perturbations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Energy-Based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x* = argmin E(x)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EMERGES as system settles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Iterative refinement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= confidence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Robust by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45262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shift: stop computing, start relaxing.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Intuition: Ball in a Bowl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2560320"/>
            <a:ext cx="4572000" cy="1097280"/>
          </a:xfrm>
          <a:prstGeom prst="ellipse">
            <a:avLst/>
          </a:prstGeom>
          <a:solidFill>
            <a:srgbClr val="1C3A5E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463040"/>
            <a:ext cx="320040" cy="1645920"/>
          </a:xfrm>
          <a:prstGeom prst="rect">
            <a:avLst/>
          </a:prstGeom>
          <a:solidFill>
            <a:srgbClr val="1C3A5E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463040"/>
            <a:ext cx="320040" cy="1645920"/>
          </a:xfrm>
          <a:prstGeom prst="rect">
            <a:avLst/>
          </a:prstGeom>
          <a:solidFill>
            <a:srgbClr val="1C3A5E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23444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1691640"/>
            <a:ext cx="457200" cy="73152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291840" y="2834640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3429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1097280"/>
            <a:ext cx="0" cy="256032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16200000">
            <a:off x="4572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E(x)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 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822960"/>
            <a:ext cx="23774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868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energy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1188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Good state (answer)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1828800"/>
            <a:ext cx="23774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Bad state (noise)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2834640"/>
            <a:ext cx="237744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3200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Rolling to the bottom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doesn't compute where to go — it just rolls.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→ Probability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= exp( −E(x) / T )  /  Z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2148840"/>
            <a:ext cx="27432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148840"/>
            <a:ext cx="274320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E(x)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of state 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neural network output)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148840"/>
            <a:ext cx="27432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148840"/>
            <a:ext cx="274320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(controls randomness)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148840"/>
            <a:ext cx="27432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148840"/>
            <a:ext cx="27432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27432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function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(normalises everything to sum to 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703320"/>
            <a:ext cx="8595360" cy="1097280"/>
          </a:xfrm>
          <a:prstGeom prst="rect">
            <a:avLst/>
          </a:prstGeom>
          <a:solidFill>
            <a:srgbClr val="0A16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intuition:  </a:t>
            </a:r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 →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peaked around minimum (decisive)  </a:t>
            </a:r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 T →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everywhere (uncertain)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energy = higher probability. The model literally prefers good states over bad ones.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Gradient Descent on Energy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92024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097280"/>
            <a:ext cx="640080" cy="6400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874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noisy input x̃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514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ball on the hillside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(corrupted or uncertain state)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2377440"/>
            <a:ext cx="2743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3160" y="1005840"/>
            <a:ext cx="192024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1097280"/>
            <a:ext cx="640080" cy="6400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1874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energy gradient ∇E(x)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514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direction is downhill?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(backprop through the energy net)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2377440"/>
            <a:ext cx="2743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17720" y="1005840"/>
            <a:ext cx="192024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1097280"/>
            <a:ext cx="640080" cy="6400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09160" y="1874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downhill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514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← x − η ∇E(x)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(move a little toward lower energy)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2377440"/>
            <a:ext cx="27432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12280" y="1005840"/>
            <a:ext cx="192024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1097280"/>
            <a:ext cx="640080" cy="64008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03720" y="18745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convergence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03720" y="25146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reaches the bottom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answer has emerged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39776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works even if you never saw the exact input before — the energy landscape generalises.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steps = better answer. You control the quality budget.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Push Down Good, Pull Up Bad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05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E(real data)  −  E(fake samples)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41148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74520"/>
            <a:ext cx="41148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93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phase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42316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model real data.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its energy.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 data sinks to the bottom.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874520"/>
            <a:ext cx="41148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874520"/>
            <a:ext cx="41148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993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phase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42316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fake samples (via Langevin).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their energy.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Everything else stays on the hills.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42519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Divergence: you never need to compute Z. Only energy differences matter.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in a Bowl (MNIST)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10972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Energy-based model trained on clean MNIST digits.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images flow to the nearest digit attractor.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paradigm works for image denoising.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energy_model.py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8595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64008" cy="1097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587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 KAN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2331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 network learns the energy density from scratch.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→ different physics for each task.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Denoising, pushing objects, Sudoku constraints.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hamiltonian_field.py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85953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474720"/>
            <a:ext cx="64008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20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822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Brain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931920" y="35661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landscape becomes a wave medium.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= wavefront propagation (Eikonal).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planning, reasoning, global structure.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224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wave_solver.py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in this project is an energy function in disguise.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universe doesn't compute.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relaxes. So should our AI."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371600" y="306324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30175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function E(x) replaces the output function f(x)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52044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34747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energy = high probability = correct answer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931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= gradient descent on the energy landscape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4434840"/>
            <a:ext cx="256032" cy="25603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43891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= push down real data, push up fake samples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Lecture 2 — Langevin Dynamics &amp; Contrastive Divergence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2026-03-22T02:39:17Z</dcterms:created>
  <dcterms:modified xsi:type="dcterms:W3CDTF">2026-03-22T02:39:17Z</dcterms:modified>
</cp:coreProperties>
</file>