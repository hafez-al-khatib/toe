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 Mechanics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Learned Energy Landscapes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machine stops using our physics and discovers its own.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of 9  •  Natural Intelligence Project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822960"/>
            <a:ext cx="2011680" cy="2011680"/>
          </a:xfrm>
          <a:prstGeom prst="ellipse">
            <a:avLst/>
          </a:prstGeom>
          <a:solidFill>
            <a:srgbClr val="60A5FA">
              <a:alpha val="12000"/>
            </a:srgbClr>
          </a:solidFill>
          <a:ln w="12700">
            <a:solidFill>
              <a:srgbClr val="60A5FA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Hamiltonian in Classical Physics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Hamiltonian H = total energy of a system. Everything follows from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H(q, p) = T(p) + V(q) = p²/2m + V(q)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2194560"/>
            <a:ext cx="402336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94560"/>
            <a:ext cx="402336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304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T(p) — Kinetic Energy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of motion.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momentum.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 → fast moving → high 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2194560"/>
            <a:ext cx="402336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2194560"/>
            <a:ext cx="402336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04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V(q) — Potential Energy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of position/configuration.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position.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 → system 'wants' to move.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Hamilton's equations: q̇ = ∂H/∂p  and  ṗ = −∂H/∂q. Everything flows from 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Prescribed to Learned Physics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Old: Ginzburg-Landau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V(u) = −a u² + b u⁴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double-well.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DECIDED what physics applies.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works for binary segmentation.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at anything else.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937760" y="914400"/>
            <a:ext cx="393192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914400"/>
            <a:ext cx="393192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Hamiltonian KAN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4630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E[u] = ∫ KAN( features(u) ) dx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potential from data.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DISCOVERS the physics.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same architecture adapts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pushing, denoising, Sudoku.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breakthrough: remove human physics assumptions. Let data teach the Hamiltonian.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Architecture, Three Physics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KAN learns qualitatively different energy landscapes for each task.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5953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64008" cy="1051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411480" cy="411480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Learns: Mass Conservation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(Barrier Potentials)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371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learns to preserve total 'mass' while moving 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fluid dynamics — conserved quantity.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0" y="1627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Solved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450592"/>
            <a:ext cx="85953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450592"/>
            <a:ext cx="64008" cy="10515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70632"/>
            <a:ext cx="411480" cy="411480"/>
          </a:xfrm>
          <a:prstGeom prst="ellipse">
            <a:avLst/>
          </a:prstGeom>
          <a:solidFill>
            <a:srgbClr val="FBBF24">
              <a:alpha val="4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70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4963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29077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Learns: Smoothness + Edges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(Convex/Non-convex)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54203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regions get low energy.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edges get high energy — then preserved.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0" y="27980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Solved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621024"/>
            <a:ext cx="85953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21024"/>
            <a:ext cx="64008" cy="10515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41064"/>
            <a:ext cx="411480" cy="411480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41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36667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Sudoku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05840" y="40782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Learns: Discrete Constraints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(Spin Glass landscape)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371246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to enforce row/column uniqueness.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rules learned, global solve still hard.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63840" y="39684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 (54%)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domain generality from one architecture — driven by learned physics — is the core claim of Phase 2.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Unbiased Potential Breakthrough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subtle but crucial finding from the Sudoku experiments.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393192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393192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Init (old)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potential_a = 0.1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initialised to mimic V = 0.1u²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'gravity well' at u = 0.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Sudoku: all cells pulled to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(empty). Fought against digit logic.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confused. Accuracy unstable.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280160"/>
            <a:ext cx="393192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280160"/>
            <a:ext cx="393192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389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Init (fixed)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7830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potential_a = 0.0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starts from flat landscape.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bias toward any value.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carves its OWN energy wells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purely on data.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Sudoku stabilised at 54%.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prior assumptions baked into initialisation can fight the data. Start unbiased.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prescribe the physics.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data discover it."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71600" y="2880360"/>
            <a:ext cx="228600" cy="2286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283464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Hamiltonian H = total energy governs all physical dynamics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291840"/>
            <a:ext cx="228600" cy="2286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324612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approach: hardcoded Ginzburg-Landau double-well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703320"/>
            <a:ext cx="228600" cy="2286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65760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approach: KAN learns the Hamiltonian density from task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4114800"/>
            <a:ext cx="228600" cy="2286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406908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HamiltonianField class → three qualitatively different physics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4526280"/>
            <a:ext cx="228600" cy="2286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448056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Zero-init (unbiased potential) is critical for fair learning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Lecture 6 — The Free Energy Principle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2026-03-22T02:39:18Z</dcterms:created>
  <dcterms:modified xsi:type="dcterms:W3CDTF">2026-03-22T02:39:18Z</dcterms:modified>
</cp:coreProperties>
</file>