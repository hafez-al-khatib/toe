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Free Energy Principle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 as energy-minimising machines.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Karl Friston's unified theory of perception, action, and cognition.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6 of 9  •  Natural Intelligence Project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822960"/>
            <a:ext cx="2011680" cy="2011680"/>
          </a:xfrm>
          <a:prstGeom prst="ellipse">
            <a:avLst/>
          </a:prstGeom>
          <a:solidFill>
            <a:srgbClr val="F472B6">
              <a:alpha val="12000"/>
            </a:srgbClr>
          </a:solidFill>
          <a:ln w="12700">
            <a:solidFill>
              <a:srgbClr val="F472B6">
                <a:alpha val="3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Idea: Minimise Surprise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Friston's radical claim: all living systems resist disorder by minimising their surprise.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8595360" cy="914400"/>
          </a:xfrm>
          <a:prstGeom prst="rect">
            <a:avLst/>
          </a:prstGeom>
          <a:solidFill>
            <a:srgbClr val="161B22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4630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 = − log p(observation | model)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2423160"/>
            <a:ext cx="2743200" cy="2103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2423160"/>
            <a:ext cx="2743200" cy="640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560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sensory input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30632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surprising (high energy).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dog expecting food is 'surprised'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 vet instead.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2423160"/>
            <a:ext cx="2743200" cy="2103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2423160"/>
            <a:ext cx="274320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560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Predicted, familiar input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30632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unsurprising (low energy).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coffee you expect to smell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morning — low surprise.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2423160"/>
            <a:ext cx="2743200" cy="2103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2423160"/>
            <a:ext cx="2743200" cy="6400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2560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brain's goal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30632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surprise at all costs.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 via two strategies: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or Action.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 is intractable to compute directly — so the brain minimises an upper bound: free energy.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Variational Free Energy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solidFill>
            <a:srgbClr val="161B22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E_q[ log q(x) − log p(x, o) ]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2057400"/>
            <a:ext cx="2743200" cy="246888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2057400"/>
            <a:ext cx="27432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1762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q(x)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0040" y="2679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model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309067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brain's belief about hidden states.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 think I'm in a kitchen.'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2057400"/>
            <a:ext cx="2743200" cy="246888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2057400"/>
            <a:ext cx="2743200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1762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p(x, o)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91840" y="2679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joint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309067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probability of states &amp; observations.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world.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2057400"/>
            <a:ext cx="2743200" cy="246888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2057400"/>
            <a:ext cx="2743200" cy="6400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21762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≥ Surprise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63640" y="2679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bound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3640" y="309067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is always ≥ true surprise.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Minimising F → minimising surprise.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also decompose as: F = Complexity − Accuracy. Good beliefs are simple and accurate.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Inference: Two Ways to Minimise F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doesn't just passively observe — it actively shapes its sensory experience.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566160" y="1920240"/>
            <a:ext cx="2011680" cy="1463040"/>
          </a:xfrm>
          <a:prstGeom prst="ellipse">
            <a:avLst/>
          </a:prstGeom>
          <a:solidFill>
            <a:srgbClr val="161B22"/>
          </a:solidFill>
          <a:ln w="25400">
            <a:solidFill>
              <a:srgbClr val="F472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0" y="20116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F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1645920"/>
            <a:ext cx="292608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45920"/>
            <a:ext cx="292608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7647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219456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q(x) to match o.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your BELIEFS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fit what you see.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'Maybe that is a cat,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dog.'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2606040"/>
            <a:ext cx="36576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0" y="1645920"/>
            <a:ext cx="292608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1645920"/>
            <a:ext cx="292608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7647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80760" y="219456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 to match q(x).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your WORLD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fit your predictions.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'Turn on the lights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confirm it IS a cat.'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778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74320" y="44348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project's Langevin inference corresponds to perception. The UnifiedPlanner adds action (advection).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Connects to Your Project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869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886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FEP (Friston)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46320" y="886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Project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8869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280160"/>
            <a:ext cx="859536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173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FEP concept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1417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Variational free energy F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417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function E_θ(x)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0" y="14173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Analogous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984248"/>
            <a:ext cx="8595360" cy="621792"/>
          </a:xfrm>
          <a:prstGeom prst="rect">
            <a:avLst/>
          </a:prstGeom>
          <a:solidFill>
            <a:srgbClr val="0F1923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1214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 means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21214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perception (low surprise)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1214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Good/clean state (correct answer)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0" y="212140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Analogous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688336"/>
            <a:ext cx="859536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82549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20240" y="282549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inference (perception + action)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282549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Langevin dynamics + advection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0" y="282549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Analogous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392424"/>
            <a:ext cx="8595360" cy="621792"/>
          </a:xfrm>
          <a:prstGeom prst="rect">
            <a:avLst/>
          </a:prstGeom>
          <a:solidFill>
            <a:srgbClr val="0F1923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52958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model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20240" y="352958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q(x) — approx. posterior over states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352958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explicit — key gap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0" y="352958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096512"/>
            <a:ext cx="859536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2336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model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920240" y="42336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p(x,o) — model of how senses arise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42336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in energy function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72400" y="423367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analogy is real but incomplete. To fully claim FEP, you'd need explicit q(x) and p(x,o).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"Brains and your AI share a motive: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the gap between model and world."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371600" y="2926080"/>
            <a:ext cx="228600" cy="22860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0" y="288036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FEP: all living systems minimise variational free energy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3337560"/>
            <a:ext cx="228600" cy="22860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329184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= update beliefs to reduce surprise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3749040"/>
            <a:ext cx="228600" cy="22860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370332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= change the world to fit your predictions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71600" y="4160520"/>
            <a:ext cx="228600" cy="22860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411480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Langevin dynamics ≈ FEP perception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371600" y="4572000"/>
            <a:ext cx="228600" cy="22860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0" y="452628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analogy is suggestive — making it rigorous needs explicit q(x), p(x,o)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Lecture 7 — Wave Physics &amp; The Eikonal Equation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2026-03-22T02:39:21Z</dcterms:created>
  <dcterms:modified xsi:type="dcterms:W3CDTF">2026-03-22T02:39:21Z</dcterms:modified>
</cp:coreProperties>
</file>