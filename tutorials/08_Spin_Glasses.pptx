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Glasses &amp;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Satisfaction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Sudoku breaks continuous physics — and what to do about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 of 9  •  Natural Intelligence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822960"/>
            <a:ext cx="2011680" cy="2011680"/>
          </a:xfrm>
          <a:prstGeom prst="ellipse">
            <a:avLst/>
          </a:prstGeom>
          <a:solidFill>
            <a:srgbClr val="F87171">
              <a:alpha val="12000"/>
            </a:srgbClr>
          </a:solidFill>
          <a:ln w="12700">
            <a:solidFill>
              <a:srgbClr val="F87171">
                <a:alpha val="3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Spin Glass?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system where competing interactions prevent finding a single happy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Spins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17320" y="19202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94560" y="19202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1800" y="19202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9385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24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17320" y="26060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2624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194560" y="26060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624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971800" y="26060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26243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101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17320" y="32918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17320" y="33101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94560" y="32918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33101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971800" y="32918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33101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995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17320" y="39776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17320" y="3995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194560" y="3977640"/>
            <a:ext cx="548640" cy="5486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3995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971800" y="3977640"/>
            <a:ext cx="548640" cy="548640"/>
          </a:xfrm>
          <a:prstGeom prst="ellipse">
            <a:avLst/>
          </a:prstGeom>
          <a:solidFill>
            <a:srgbClr val="3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71800" y="399592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6576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Neighbours want to align, but geometry makes it impossible for all to be happy simultaneously.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1280160"/>
            <a:ext cx="42062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1280160"/>
            <a:ext cx="54864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interactions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173736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pairs want to align (+), others anti-align (−).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satisfy everyone.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2450592"/>
            <a:ext cx="42062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2450592"/>
            <a:ext cx="54864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5237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local minima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29077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near-optimal states.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can't tell which is 'best'.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trapped constantly.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621024"/>
            <a:ext cx="420624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621024"/>
            <a:ext cx="54864" cy="10515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36941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 energy landscape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00600" y="4078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big bowl — millions of jagged hills and dips.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gets completely lost.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as a Spin Glass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54% is not a failure — it's a diagnosis.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0700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1188720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20700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06424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99616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92808" y="1188720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120700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9192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72384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65576" y="118872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536192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55448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" y="1536192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" y="1536192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99616" y="1536192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99616" y="155448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92808" y="1536192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92808" y="155448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1536192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155448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79192" y="153619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72384" y="1536192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5576" y="1536192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1883664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232" y="188366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190195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106424" y="188366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6424" y="190195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99616" y="1883664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92808" y="188366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86000" y="188366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79192" y="1883664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72384" y="188366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72384" y="190195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65576" y="188366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2231136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24942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13232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6424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499616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92808" y="2231136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92808" y="224942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286000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79192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72384" y="223113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65576" y="2231136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65576" y="224942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2578608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596896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13232" y="2578608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6424" y="2578608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499616" y="2578608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499616" y="2596896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92808" y="2578608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286000" y="2578608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0" y="2596896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2679192" y="2578608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072384" y="2578608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465576" y="2578608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65576" y="2596896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20040" y="2926080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294436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713232" y="2926080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06424" y="2926080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99616" y="292608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892808" y="2926080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92808" y="294436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286000" y="2926080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79192" y="2926080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072384" y="2926080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465576" y="2926080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65576" y="2944368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20040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" y="3273552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3232" y="329184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106424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499616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892808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286000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79192" y="3273552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79192" y="329184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072384" y="3273552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072384" y="3291840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465576" y="3273552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" y="3621024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3232" y="362102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06424" y="362102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499616" y="3621024"/>
            <a:ext cx="374904" cy="329184"/>
          </a:xfrm>
          <a:prstGeom prst="rect">
            <a:avLst/>
          </a:prstGeom>
          <a:solidFill>
            <a:srgbClr val="1C3A5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499616" y="363931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1892808" y="362102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892808" y="363931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286000" y="362102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286000" y="363931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2679192" y="3621024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72384" y="3621024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465576" y="3621024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465576" y="3639312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320040" y="396849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13232" y="3968496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06424" y="3968496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99616" y="396849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892808" y="3968496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892808" y="398678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286000" y="3968496"/>
            <a:ext cx="374904" cy="329184"/>
          </a:xfrm>
          <a:prstGeom prst="rect">
            <a:avLst/>
          </a:prstGeom>
          <a:solidFill>
            <a:srgbClr val="161B22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679192" y="3968496"/>
            <a:ext cx="374904" cy="329184"/>
          </a:xfrm>
          <a:prstGeom prst="rect">
            <a:avLst/>
          </a:prstGeom>
          <a:solidFill>
            <a:srgbClr val="161B22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072384" y="3968496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072384" y="398678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3465576" y="3968496"/>
            <a:ext cx="374904" cy="329184"/>
          </a:xfrm>
          <a:prstGeom prst="rect">
            <a:avLst/>
          </a:prstGeom>
          <a:solidFill>
            <a:srgbClr val="1C3A5E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465576" y="3986784"/>
            <a:ext cx="374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4114800" y="1188720"/>
            <a:ext cx="475488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114800" y="1188720"/>
            <a:ext cx="54864" cy="7955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251960" y="12527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constraint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4251960" y="15544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each digit 1-9 exactly once.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rows × 9 constraints = 81 constraints.</a:t>
            </a:r>
            <a:endParaRPr lang="en-US" sz="1100" dirty="0"/>
          </a:p>
        </p:txBody>
      </p:sp>
      <p:sp>
        <p:nvSpPr>
          <p:cNvPr id="120" name="Shape 118"/>
          <p:cNvSpPr/>
          <p:nvPr/>
        </p:nvSpPr>
        <p:spPr>
          <a:xfrm>
            <a:off x="4114800" y="2103120"/>
            <a:ext cx="475488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14800" y="2103120"/>
            <a:ext cx="54864" cy="79552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51960" y="2167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constraint</a:t>
            </a:r>
            <a:endParaRPr lang="en-US" sz="1300" dirty="0"/>
          </a:p>
        </p:txBody>
      </p:sp>
      <p:sp>
        <p:nvSpPr>
          <p:cNvPr id="123" name="Text 121"/>
          <p:cNvSpPr/>
          <p:nvPr/>
        </p:nvSpPr>
        <p:spPr>
          <a:xfrm>
            <a:off x="4251960" y="24688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column: same rule.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81 constraints.</a:t>
            </a:r>
            <a:endParaRPr lang="en-US" sz="1100" dirty="0"/>
          </a:p>
        </p:txBody>
      </p:sp>
      <p:sp>
        <p:nvSpPr>
          <p:cNvPr id="124" name="Shape 122"/>
          <p:cNvSpPr/>
          <p:nvPr/>
        </p:nvSpPr>
        <p:spPr>
          <a:xfrm>
            <a:off x="4114800" y="3017520"/>
            <a:ext cx="475488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114800" y="3017520"/>
            <a:ext cx="54864" cy="7955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251960" y="3081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constraint</a:t>
            </a:r>
            <a:endParaRPr lang="en-US" sz="1300" dirty="0"/>
          </a:p>
        </p:txBody>
      </p:sp>
      <p:sp>
        <p:nvSpPr>
          <p:cNvPr id="127" name="Text 125"/>
          <p:cNvSpPr/>
          <p:nvPr/>
        </p:nvSpPr>
        <p:spPr>
          <a:xfrm>
            <a:off x="4251960" y="3383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3×3 box: same rule.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81 constraints. Total: 243.</a:t>
            </a:r>
            <a:endParaRPr lang="en-US" sz="1100" dirty="0"/>
          </a:p>
        </p:txBody>
      </p:sp>
      <p:sp>
        <p:nvSpPr>
          <p:cNvPr id="128" name="Shape 126"/>
          <p:cNvSpPr/>
          <p:nvPr/>
        </p:nvSpPr>
        <p:spPr>
          <a:xfrm>
            <a:off x="4114800" y="3931920"/>
            <a:ext cx="4754880" cy="7955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114800" y="3931920"/>
            <a:ext cx="54864" cy="7955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251960" y="39959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31" name="Text 129"/>
          <p:cNvSpPr/>
          <p:nvPr/>
        </p:nvSpPr>
        <p:spPr>
          <a:xfrm>
            <a:off x="4251960" y="42976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compete locally.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Satisfying row 1 can violate column 3.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spin glass frustration.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KAN learns the local rules well. But globally tunnelling out of frustrated states requires something beyond gradient flow.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Transitions in Constraint Density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 critical threshold where problems go from easy to practically impossible.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48640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4160520"/>
            <a:ext cx="5029200" cy="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17320"/>
            <a:ext cx="0" cy="274320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density 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182880" y="2560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365760" cy="-18288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749040"/>
            <a:ext cx="365760" cy="-45720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3291840"/>
            <a:ext cx="365760" cy="-73152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560320"/>
            <a:ext cx="365760" cy="-86868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1691640"/>
            <a:ext cx="365760" cy="-13716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554480"/>
            <a:ext cx="365760" cy="36576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920240"/>
            <a:ext cx="365760" cy="82296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743200"/>
            <a:ext cx="365760" cy="73152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3474720"/>
            <a:ext cx="365760" cy="36576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3840480"/>
            <a:ext cx="457200" cy="182880"/>
          </a:xfrm>
          <a:prstGeom prst="line">
            <a:avLst/>
          </a:prstGeom>
          <a:noFill/>
          <a:ln w="3175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468880" y="1481328"/>
            <a:ext cx="182880" cy="1828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1463040"/>
            <a:ext cx="0" cy="2697480"/>
          </a:xfrm>
          <a:prstGeom prst="line">
            <a:avLst/>
          </a:prstGeom>
          <a:noFill/>
          <a:ln w="12700">
            <a:solidFill>
              <a:srgbClr val="FBBF24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2578608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Under-constrained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(trivially easy)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94560" y="26517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0" y="1463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Over-constrained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solution)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280160"/>
            <a:ext cx="2834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280160"/>
            <a:ext cx="54864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353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71907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solutions exist. Easy to find one.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441448"/>
            <a:ext cx="2834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5040" y="2441448"/>
            <a:ext cx="54864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514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threshold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28803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 but are isolated.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is rugged — many local traps.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602736"/>
            <a:ext cx="283464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5040" y="3602736"/>
            <a:ext cx="54864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675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threshold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40416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solutions. Energy cannot reach zero.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sits right at the critical threshold — this is why 54% is a fundamental result, not a training failure.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Help: Hybrid Approaches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relaxation alone can't crack spin glass problems. But it can be part of a solution.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77724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64008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Tempering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copies at different temperatures.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chains explore; cold chains refine.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swap states between temperatures.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1691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EBM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32888"/>
            <a:ext cx="77724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32888"/>
            <a:ext cx="64008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Passing (BP)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9008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graphs + belief propagation.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constraint satisfaction globally.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theoretical guarantees on trees.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852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94176"/>
            <a:ext cx="77724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94176"/>
            <a:ext cx="64008" cy="10241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67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EBM + SAT Solver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151376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EBM for continuous relaxation.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SAT solver for the final discrete snap.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4014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promising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54% Sudoku result is Paper 2 material — formally characterising where continuous relaxation succeeds/fails.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"54% on Sudoku is not a bug.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window into the physics of hardness."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371600" y="2880360"/>
            <a:ext cx="228600" cy="2286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283464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glass = frustrated system with competing local constraints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291840"/>
            <a:ext cx="228600" cy="2286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324612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gradient flow can learn local rules but can't escape frustrated traps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703320"/>
            <a:ext cx="228600" cy="2286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365760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density has a phase transition: below it is easy, near it is hard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4114800"/>
            <a:ext cx="228600" cy="2286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40690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Sudoku sits at the critical threshold — rugged energy landscape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526280"/>
            <a:ext cx="228600" cy="2286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448056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approaches (parallel tempering, message passing) are the path forward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Lecture 9 — The Unified Planner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2026-03-22T02:39:21Z</dcterms:created>
  <dcterms:modified xsi:type="dcterms:W3CDTF">2026-03-22T02:39:21Z</dcterms:modified>
</cp:coreProperties>
</file>