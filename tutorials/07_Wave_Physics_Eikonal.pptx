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Physics &amp;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Eikonal Equation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paths without searching — light's ancient trick.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822960"/>
            <a:ext cx="2011680" cy="20116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Principle: Light Is Lazy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always finds the path of least time — not least distance.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834640"/>
            <a:ext cx="4572000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1 (fast)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 (slow)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645920" cy="14173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2834640"/>
            <a:ext cx="1828800" cy="16459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761488"/>
            <a:ext cx="182880" cy="1828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 sin θ₁ = n₂ sin θ₂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1280160"/>
            <a:ext cx="37490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280160"/>
            <a:ext cx="54864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light 'wants'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17099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total travel time A→B, not distance.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it bends at boundaries between media.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2450592"/>
            <a:ext cx="37490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2450592"/>
            <a:ext cx="54864" cy="1051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5237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index 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8803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n(x) = c / v(x). High n = slow medium.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bends toward slow regions.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621024"/>
            <a:ext cx="37490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621024"/>
            <a:ext cx="54864" cy="10515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pathfinding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40507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n(x) = cost at position 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finds the minimum-cost path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Eikonal Equation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PDE that governs how wavefronts spread through a medium.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∇u(x) |² = n(x)²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28600" y="2331720"/>
            <a:ext cx="27432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33172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505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u(x)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field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u(x) = time for wavefront to reach x from source.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gives shortest time from source to everywhere.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7432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3172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4505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∇u(x)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 direction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points in the direction the wave is travelling.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−∇u to trace the fastest path back to source.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331720"/>
            <a:ext cx="27432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33172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4505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n(x)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index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cost / slowness at position 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by the neural network from the problem.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this PDE once → get travel times from source to every point in space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Sweeping: Solving the Eikonal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algorithm needed — just iterative wave propagation.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01168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63040"/>
            <a:ext cx="640080" cy="6400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u(source) =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u(everywhere else) = 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(Wavefront hasn't arrived yet)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1371600"/>
            <a:ext cx="201168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46304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directional passes: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↙ ↗ 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each cell using upwind neighbours.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201168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46304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 sweeps, u(x) = shortest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source to every x.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 — no search tree.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201168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46304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6517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target, follow −∇u.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descent in travel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optimal path back to source.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complexity: O(N·sweeps) iterations, each fully GPU-parallel. Not O(1), but far faster than A*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Refractive 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network doesn't search — it learns what 'cost' means in each domain.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1371600"/>
            <a:ext cx="164592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(maze / graph / state)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371600"/>
            <a:ext cx="164592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n_θ(x) = cost field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64592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solver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u(x) = travel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6916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164592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−∇u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169164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64592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ground truth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Backprop through solver (adjoint method)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27432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24612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solving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76732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n_θ = high on walls, low in passages.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'see' walls as costs.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246120"/>
            <a:ext cx="27432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24612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planning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76732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n_θ = uncertainty or danger field.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observation, not hand-designed.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246120"/>
            <a:ext cx="27432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24612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reasoning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76732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→ embedded in 2D space.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n_θ = inverse rule probability.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gives shortest proof chain.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"Light doesn't search.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propagates. So should our reasoning."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803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principle: light takes the path of least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33756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918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Eikonal: |∇u|² = n(x)² — governs wavefront propagation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7033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u(x) = travel time from source to every 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6052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1148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−∇u to extract the optimal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5262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learns n_θ(x) (cost field) end-to-end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8 — Spin Glasses &amp; Constraint Satisfaction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2026-03-22T02:39:21Z</dcterms:created>
  <dcterms:modified xsi:type="dcterms:W3CDTF">2026-03-22T02:39:21Z</dcterms:modified>
</cp:coreProperties>
</file>