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Fields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Ginzburg-Landau Theory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your image as a physical field that obeys natural laws.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1920240" cy="1920240"/>
          </a:xfrm>
          <a:prstGeom prst="ellipse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 Physical Field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'pixels as numbers in a vector'. Think of your image as a physical field u(x,y) spread over space.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38912" cy="438912"/>
          </a:xfrm>
          <a:prstGeom prst="rect">
            <a:avLst/>
          </a:prstGeom>
          <a:solidFill>
            <a:srgbClr val="FF5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2688" y="1463040"/>
            <a:ext cx="438912" cy="438912"/>
          </a:xfrm>
          <a:prstGeom prst="rect">
            <a:avLst/>
          </a:prstGeom>
          <a:solidFill>
            <a:srgbClr val="FF5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08176" y="1463040"/>
            <a:ext cx="438912" cy="438912"/>
          </a:xfrm>
          <a:prstGeom prst="rect">
            <a:avLst/>
          </a:prstGeom>
          <a:solidFill>
            <a:srgbClr val="FF2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83664" y="1463040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3664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9152" y="1463040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34640" y="1463040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1463040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85616" y="1463040"/>
            <a:ext cx="438912" cy="438912"/>
          </a:xfrm>
          <a:prstGeom prst="rect">
            <a:avLst/>
          </a:prstGeom>
          <a:solidFill>
            <a:srgbClr val="FF5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50876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938528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32688" y="1938528"/>
            <a:ext cx="438912" cy="438912"/>
          </a:xfrm>
          <a:prstGeom prst="rect">
            <a:avLst/>
          </a:prstGeom>
          <a:solidFill>
            <a:srgbClr val="FF60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08176" y="1938528"/>
            <a:ext cx="438912" cy="438912"/>
          </a:xfrm>
          <a:prstGeom prst="rect">
            <a:avLst/>
          </a:prstGeom>
          <a:solidFill>
            <a:srgbClr val="FF2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83664" y="1938528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83664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59152" y="1938528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34640" y="1938528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10128" y="1938528"/>
            <a:ext cx="438912" cy="438912"/>
          </a:xfrm>
          <a:prstGeom prst="rect">
            <a:avLst/>
          </a:prstGeom>
          <a:solidFill>
            <a:srgbClr val="FF5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85616" y="1938528"/>
            <a:ext cx="438912" cy="438912"/>
          </a:xfrm>
          <a:prstGeom prst="rect">
            <a:avLst/>
          </a:prstGeom>
          <a:solidFill>
            <a:srgbClr val="FF60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198424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32688" y="2414016"/>
            <a:ext cx="438912" cy="438912"/>
          </a:xfrm>
          <a:prstGeom prst="rect">
            <a:avLst/>
          </a:prstGeom>
          <a:solidFill>
            <a:srgbClr val="FF2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08176" y="2414016"/>
            <a:ext cx="438912" cy="438912"/>
          </a:xfrm>
          <a:prstGeom prst="rect">
            <a:avLst/>
          </a:prstGeom>
          <a:solidFill>
            <a:srgbClr val="FF5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08176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83664" y="2414016"/>
            <a:ext cx="438912" cy="438912"/>
          </a:xfrm>
          <a:prstGeom prst="rect">
            <a:avLst/>
          </a:prstGeom>
          <a:solidFill>
            <a:srgbClr val="FF5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83664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59152" y="2414016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834640" y="2414016"/>
            <a:ext cx="438912" cy="438912"/>
          </a:xfrm>
          <a:prstGeom prst="rect">
            <a:avLst/>
          </a:prstGeom>
          <a:solidFill>
            <a:srgbClr val="FF5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10128" y="2414016"/>
            <a:ext cx="438912" cy="438912"/>
          </a:xfrm>
          <a:prstGeom prst="rect">
            <a:avLst/>
          </a:prstGeom>
          <a:solidFill>
            <a:srgbClr val="FF2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785616" y="2414016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85616" y="245973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2889504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32688" y="2889504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408176" y="2889504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08176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883664" y="2889504"/>
            <a:ext cx="438912" cy="438912"/>
          </a:xfrm>
          <a:prstGeom prst="rect">
            <a:avLst/>
          </a:prstGeom>
          <a:solidFill>
            <a:srgbClr val="FF60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83664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359152" y="2889504"/>
            <a:ext cx="438912" cy="438912"/>
          </a:xfrm>
          <a:prstGeom prst="rect">
            <a:avLst/>
          </a:prstGeom>
          <a:solidFill>
            <a:srgbClr val="FF60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59152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834640" y="2889504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0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10128" y="2889504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785616" y="2889504"/>
            <a:ext cx="438912" cy="438912"/>
          </a:xfrm>
          <a:prstGeom prst="rect">
            <a:avLst/>
          </a:prstGeom>
          <a:solidFill>
            <a:srgbClr val="FF1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85616" y="293522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" y="3364992"/>
            <a:ext cx="438912" cy="438912"/>
          </a:xfrm>
          <a:prstGeom prst="rect">
            <a:avLst/>
          </a:prstGeom>
          <a:solidFill>
            <a:srgbClr val="FF2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932688" y="3364992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2688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408176" y="3364992"/>
            <a:ext cx="438912" cy="438912"/>
          </a:xfrm>
          <a:prstGeom prst="rect">
            <a:avLst/>
          </a:prstGeom>
          <a:solidFill>
            <a:srgbClr val="FF3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08176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83664" y="3364992"/>
            <a:ext cx="438912" cy="438912"/>
          </a:xfrm>
          <a:prstGeom prst="rect">
            <a:avLst/>
          </a:prstGeom>
          <a:solidFill>
            <a:srgbClr val="FF4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83664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359152" y="3364992"/>
            <a:ext cx="438912" cy="438912"/>
          </a:xfrm>
          <a:prstGeom prst="rect">
            <a:avLst/>
          </a:prstGeom>
          <a:solidFill>
            <a:srgbClr val="FF4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59152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834640" y="3364992"/>
            <a:ext cx="438912" cy="438912"/>
          </a:xfrm>
          <a:prstGeom prst="rect">
            <a:avLst/>
          </a:prstGeom>
          <a:solidFill>
            <a:srgbClr val="FF3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640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310128" y="3364992"/>
            <a:ext cx="438912" cy="438912"/>
          </a:xfrm>
          <a:prstGeom prst="rect">
            <a:avLst/>
          </a:prstGeom>
          <a:solidFill>
            <a:srgbClr val="FF1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10128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785616" y="3364992"/>
            <a:ext cx="438912" cy="438912"/>
          </a:xfrm>
          <a:prstGeom prst="rect">
            <a:avLst/>
          </a:prstGeom>
          <a:solidFill>
            <a:srgbClr val="FF24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85616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38912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u(x,y)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57200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u(x,y) assigns a value to every spatial location.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temperature in a room, pressure in air, or voltage in a circuit — your image IS a field.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4572000" y="3566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knows how to handle fields.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speak physics.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fields have gradients, diffusion, and energy — all mathematically tractable.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Ginzburg-Landau: The Energy Functional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E[u] = Σₖ wₖ ||Kₖ * u||²  +  λ V(u)  +  Σᵢⱼ J(uᵢ, uⱼ)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7432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92024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Σₖ wₖ ||Kₖ * u||²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9443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convolution kernels Kₖ penalise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spatial patterns.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noise, or sharp transitions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energy.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920240"/>
            <a:ext cx="27432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V(u)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Potential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9443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V(u) = −au² + bu⁴ (double-well)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specific pixel values.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+1 or −1 (binary) → image segmentation.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canyon with two valleys.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27432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920240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029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Σᵢⱼ J(uᵢ,uⱼ)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Coupling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94436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between different channels.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Turing patterns — activator/inhibitor.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multi-scale structure in outputs.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ThermodynamicField. It's not ML architecture — it's condensed matter physics.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Double-Well Potential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V(u) = −au² + bu⁴ — the workhorse of phase transition physics.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7548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434840"/>
            <a:ext cx="438912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371600"/>
            <a:ext cx="0" cy="30632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325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74320" cy="-3657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274320" cy="-54864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200400"/>
            <a:ext cx="274320" cy="-45720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743200"/>
            <a:ext cx="182880" cy="-3657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377440"/>
            <a:ext cx="182880" cy="-27432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2103120"/>
            <a:ext cx="182880" cy="-1371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1965960"/>
            <a:ext cx="274320" cy="18288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148840"/>
            <a:ext cx="274320" cy="68580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2834640"/>
            <a:ext cx="182880" cy="8229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3657600"/>
            <a:ext cx="182880" cy="54864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4206240"/>
            <a:ext cx="0" cy="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4206240"/>
            <a:ext cx="274320" cy="-109728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3108960"/>
            <a:ext cx="274320" cy="-8229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286000"/>
            <a:ext cx="182880" cy="-3657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1920240"/>
            <a:ext cx="274320" cy="27432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2194560"/>
            <a:ext cx="274320" cy="64008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834640"/>
            <a:ext cx="274320" cy="82296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657600"/>
            <a:ext cx="182880" cy="548640"/>
          </a:xfrm>
          <a:prstGeom prst="line">
            <a:avLst/>
          </a:prstGeom>
          <a:noFill/>
          <a:ln w="31750">
            <a:solidFill>
              <a:srgbClr val="FB9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1901952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1764792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−1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+1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1417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1280160"/>
            <a:ext cx="35661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1280160"/>
            <a:ext cx="54864" cy="1005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1325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stable states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1664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±1 are the minima.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0 or 1 in binary image segmentation.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'prefers' committed states.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2423160"/>
            <a:ext cx="35661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2423160"/>
            <a:ext cx="54864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barrier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2807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0 is unstable.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small perturbation tips the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one side or the other.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3566160"/>
            <a:ext cx="35661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03520" y="3566160"/>
            <a:ext cx="54864" cy="10058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3611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3950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the barrier height.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 → barrier vanishes → uniform.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→ sharp bistability.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Flow: The Field Evolving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= letting the field relax from initial (noisy) state to equilibrium (clean state).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u(t+1) = u(t) − η ∇ᵤE[u(t)]  +  μ (u_obs − u(t))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94560"/>
            <a:ext cx="41148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−η ∇ᵤE[u]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gradient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flows toward lower energy.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step size.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physics.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411480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194560"/>
            <a:ext cx="41148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+μ (u_obs − u)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fidelity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u toward the observation.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controls how tightly to trust the input.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the solution.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forces — physics pulling down + data anchoring — are how your model denoises images.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data is not a vector.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field — and fields have physics."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physical fields u(x,y) over 2D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Ginzburg-Landau energy: filters + potential + coupling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57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Double-well V(u) creates two preferred states (bistability)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69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= gradient flow toward energy minimum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2628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480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replaces hardcoded G-L with a KAN-learned energy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5 — Hamiltonian Mechanics &amp; Learned Energy Landscapes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2026-03-22T02:39:18Z</dcterms:created>
  <dcterms:modified xsi:type="dcterms:W3CDTF">2026-03-22T02:39:18Z</dcterms:modified>
</cp:coreProperties>
</file>