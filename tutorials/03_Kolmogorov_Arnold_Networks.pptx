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Kolmogorov-Arnold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(KANs)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fixed activations are a cage — and how KANs break free.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of 9  •  Natural Intelligence Project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949440" y="914400"/>
            <a:ext cx="1828800" cy="1828800"/>
          </a:xfrm>
          <a:prstGeom prst="ellipse">
            <a:avLst/>
          </a:prstGeom>
          <a:solidFill>
            <a:srgbClr val="34D399">
              <a:alpha val="12000"/>
            </a:srgbClr>
          </a:solidFill>
          <a:ln w="12700">
            <a:solidFill>
              <a:srgbClr val="34D399">
                <a:alpha val="3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vs KAN: The Fundamental Difference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02336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(Classic)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σ(Wx + b)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210312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Learned: 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W, bias b
</a:t>
            </a:r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σ (e.g. ReLU, sigmoid)
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neuron applies the SAME σ to a LINEAR combination of inputs.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914400"/>
            <a:ext cx="402336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914400"/>
            <a:ext cx="402336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(New)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Σᵢ φᵢ(xᵢ)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83480" y="210312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Learned: 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φᵢ
</a:t>
            </a:r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summation structure
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edge has its own UNIQUE trainable function — a B-spline.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B-Splines: Learnable Curves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KAN edge φ(x) is a smooth curve defined by a grid of control points.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5029200" cy="31089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023360"/>
            <a:ext cx="4572000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0" cy="265176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80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φ(x)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611880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657600"/>
            <a:ext cx="365760" cy="-45720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000" y="3154680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" y="3200400"/>
            <a:ext cx="365760" cy="-64008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08760" y="2514600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2560320"/>
            <a:ext cx="365760" cy="-36576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2148840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0240" y="2194560"/>
            <a:ext cx="365760" cy="36576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40280" y="2514600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2560320"/>
            <a:ext cx="365760" cy="45720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06040" y="2971800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51760" y="3017520"/>
            <a:ext cx="365760" cy="-64008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331720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17520" y="2377440"/>
            <a:ext cx="365760" cy="-64008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37560" y="1691640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0" y="1737360"/>
            <a:ext cx="365760" cy="-18288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03320" y="1508760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49040" y="1554480"/>
            <a:ext cx="457200" cy="36576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60520" y="1874520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" y="3401568"/>
            <a:ext cx="146304" cy="14630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72768" y="2212848"/>
            <a:ext cx="146304" cy="14630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04288" y="2578608"/>
            <a:ext cx="146304" cy="14630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35808" y="1572768"/>
            <a:ext cx="146304" cy="14630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41648" y="1755648"/>
            <a:ext cx="146304" cy="14630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160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Control points (learned)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434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Spline curve (interpolated)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577840" y="1280160"/>
            <a:ext cx="3383280" cy="88696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77840" y="1280160"/>
            <a:ext cx="54864" cy="8869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15000" y="1325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715000" y="16642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&amp; differentiable everywhere.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always well-defined.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577840" y="2286000"/>
            <a:ext cx="3383280" cy="88696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577840" y="2286000"/>
            <a:ext cx="54864" cy="8869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2331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715000" y="26700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approximate ANY function.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architectural bias toward linear.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577840" y="3291840"/>
            <a:ext cx="3383280" cy="88696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77840" y="3291840"/>
            <a:ext cx="54864" cy="8869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15000" y="3337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715000" y="36758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PLOT φ(x) and SEE what the network learned.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weights are opaque.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 KAN = adjusting the control points of each edge's spline function.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as a Hamiltonian Density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project, the KAN learns the energy density — the Hamiltonian — of the physical system.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5087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E[u] = ∫  KAN( Conv_features(u) )  dx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2560320"/>
            <a:ext cx="269748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560320"/>
            <a:ext cx="269748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6791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field u(x,y)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20040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image or state tensor being processed.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71800" y="32918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00400" y="2560320"/>
            <a:ext cx="269748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2560320"/>
            <a:ext cx="269748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6791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features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320040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filters extract local patterns: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edge, texture, gradient magnitude.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97880" y="32918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26480" y="2560320"/>
            <a:ext cx="269748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2560320"/>
            <a:ext cx="269748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6791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energy density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320040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maps features → scalar energy per pixel.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= total system energy.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KAN doesn't just approximate a function — it LEARNS WHAT PHYSICS APPLIES.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KAN for This Project?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64008" cy="10972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visualise each φᵢ(x) and read off what the network has learned.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learn a double-well potential? A conservation law? A smoothness prior?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MLP weights, you can't tell.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240280"/>
            <a:ext cx="859536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240280"/>
            <a:ext cx="64008" cy="1097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134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Physics-aligned expressiveness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2697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physical energy densities are smooth functions of local field values.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B-splines are naturally smooth — no special tricks needed.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ReLU activations introduce artificial kinks.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474720"/>
            <a:ext cx="859536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474720"/>
            <a:ext cx="64008" cy="10972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5478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Generalisation scope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HamiltonianField architecture handles pushing, denoising, and Sudoku.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KAN adapts its learned physics to each domain.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generalist claim you're making.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paper by Liu et al. (2024) is very new — combining it with EBM physics is your novel contribution.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"Instead of fixed rules with learned weights,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 learn the rules themselves."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371600" y="2880360"/>
            <a:ext cx="228600" cy="2286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283464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MLP: fixed activation σ, learned weights 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3291840"/>
            <a:ext cx="228600" cy="2286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324612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KAN: learned activation φᵢ per edge (B-splines)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3703320"/>
            <a:ext cx="228600" cy="2286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365760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Splines are smooth, flexible, and interpretable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71600" y="4114800"/>
            <a:ext cx="228600" cy="2286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406908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project: KAN learns the Hamiltonian density E[u]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71600" y="4526280"/>
            <a:ext cx="228600" cy="2286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0" y="448056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learned physics adapts to each task domain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Lecture 4 — Thermodynamic Fields &amp; Ginzburg-Landau Theory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2026-03-22T02:39:17Z</dcterms:created>
  <dcterms:modified xsi:type="dcterms:W3CDTF">2026-03-22T02:39:17Z</dcterms:modified>
</cp:coreProperties>
</file>