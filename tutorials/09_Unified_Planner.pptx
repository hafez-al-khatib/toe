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Planner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Brain + Thermodynamic Field =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synthesis: coupling global wave planning with local energy dynamics.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822960"/>
            <a:ext cx="2011680" cy="201168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Brains, One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how biological brains separate fast global planning from slow local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3383280"/>
          </a:xfrm>
          <a:prstGeom prst="rect">
            <a:avLst/>
          </a:prstGeom>
          <a:solidFill>
            <a:srgbClr val="161B2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02336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WaveBrain (Eikonal)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environment
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travel-time field u(x)
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guidance: v = −∇u
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physics = no local traps
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single Eikonal solve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5196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3383280"/>
          </a:xfrm>
          <a:prstGeom prst="rect">
            <a:avLst/>
          </a:prstGeom>
          <a:solidFill>
            <a:srgbClr val="161B22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25880"/>
            <a:ext cx="40233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HamiltonianField (KAN)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2860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local neighbourhood
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 on E[u]
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Sharpens, denoises, enforces constraints
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physics = flexible
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Precise: many Langevin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Splitting: How They Couple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numerical PDE technique: split complex dynamics into simpler sub-steps.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u(t+1) = u(t) − η ∇E(u)  −  γ (v · ∇u)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0233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86000"/>
            <a:ext cx="40233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Advection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γ (v · ∇u)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along the wave guidance field v = −∇T.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Semi-Lagrangian scheme: stable, no checkerboarding.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drift: 'flow toward the goal'.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40233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286000"/>
            <a:ext cx="40233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83464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η ∇E(u)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advection, run local energy gradient 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the state, enforces physics.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 steps from HamiltonianField.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refinement: 'clean up the details'.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concerns: wave handles 'where to go', field handles 'what to be'.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 Solve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replans as it executes — just like a real intelligent agent.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" y="1371600"/>
            <a:ext cx="1600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46304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" y="278892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tensor contains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walls, objects, agent position.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01952" y="1371600"/>
            <a:ext cx="1600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2012" y="14630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201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75104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5104" y="278892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map_func(state)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field for wave solver.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02152" y="25603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66744" y="1371600"/>
            <a:ext cx="1600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6804" y="146304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680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39896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Eikonal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39896" y="278892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WaveBrain: u(x) from goal.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Guidance: v = −∇u.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6944" y="25603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31536" y="1371600"/>
            <a:ext cx="1600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1596" y="146304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159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4688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Advect + React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78892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along v,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Langevin locally.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31736" y="25603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96328" y="1371600"/>
            <a:ext cx="1600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76388" y="146304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6388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9480" y="278892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state → repeat.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environment changes.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23960" y="4572000"/>
            <a:ext cx="-832104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Feedback loop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architecture could become, and what remains to be proven.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335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0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91640"/>
            <a:ext cx="64008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Object Manipulation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755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field handles shape physics.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brain plans the trajectory.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33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532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local field.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wave field = global strategy.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46120"/>
            <a:ext cx="64008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10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Proving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= propositions.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 finds shortest proof chain.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410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023360"/>
            <a:ext cx="64008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187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087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field = refractive index.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dynamics = smooth motion.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constraint: we need a hard task that requires BOTH global planning AND local physics to justify the coupled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109728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09728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Fields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219456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219456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Eikonal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63240" y="3291840"/>
            <a:ext cx="25146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639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Glass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3291840"/>
            <a:ext cx="2514600" cy="960120"/>
          </a:xfrm>
          <a:prstGeom prst="rect">
            <a:avLst/>
          </a:prstGeom>
          <a:solidFill>
            <a:srgbClr val="FBBF24"/>
          </a:solidFill>
          <a:ln w="3175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universe doesn't compute. It relaxes.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Wave, field, and energy — three faces of the same truth."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2026-03-22T02:39:21Z</dcterms:created>
  <dcterms:modified xsi:type="dcterms:W3CDTF">2026-03-22T02:39:21Z</dcterms:modified>
</cp:coreProperties>
</file>