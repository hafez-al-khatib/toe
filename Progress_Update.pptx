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14600"/>
            <a:ext cx="8686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KAN-EBM Research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CED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Supervisor Progress Briefing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Experiments · Paper v3 · Concerns Addressed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Hafez Khatib  ·  American University of Beirut  ·  April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Briefing Covers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of the same coin: what was raised, and how we responded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115568"/>
            <a:ext cx="4160520" cy="358444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115568"/>
            <a:ext cx="64008" cy="3584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CONCERNS RAISED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3794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Confounded MLP baseline (unfair comparison)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Peak-and-degrade pathology — no fix or stopping rule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 FLOPs reported — parameter ≠ compute efficiency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Weak SOTA comparison (parameter-matched only)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No ablations: param scale, spline order, cross-dataset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Paper framing too narrow (MNIST-only headline)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No explicit limitations section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115568"/>
            <a:ext cx="4434840" cy="358444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115568"/>
            <a:ext cx="64008" cy="35844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261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 COMPLETED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6592" y="1600200"/>
            <a:ext cx="4069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9 experiments overnight — all results verified, 3 seeds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K*(σ) power-law discovered: R²=0.98, 3-seed zero-variance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FLOPs benchmarked: ~30× per step → Pareto Frontier framing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FLOP-matched + param-matched + MLP-fair baselines all run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Cross-dataset (CIFAR/CelebA), param-scale (5K→110K),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spline-order (p=2,3,5) — all ablated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Abstract + contributions rewritten — K* law is Item 1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7-point honest limitations section written and included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Paper Before This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what the previous presentation showed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097280"/>
            <a:ext cx="4069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97280"/>
            <a:ext cx="64008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52144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" y="1371600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+2 dB per doubling of K — weak NeurIPS contribution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1860804"/>
            <a:ext cx="4069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860804"/>
            <a:ext cx="64008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915668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baseline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" y="2135124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Undertrained (3 mini-epochs vs. 60 for KAN) — the +5.36 dB advantage was a confound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4592" y="2624328"/>
            <a:ext cx="4069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624328"/>
            <a:ext cx="64008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679192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Peak-and-degrade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" y="2898648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as an 'open challenge' with no quantitative explanation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3387852"/>
            <a:ext cx="4069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3387852"/>
            <a:ext cx="64008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3442716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 (optimal K)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" y="3662172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Mentioned qualitatively — no formula, no fit, no stopping rule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4592" y="4151376"/>
            <a:ext cx="4069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4151376"/>
            <a:ext cx="64008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4206240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" y="4425696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no param-scale, no spline-order, no cross-dataset test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07408" y="1097280"/>
            <a:ext cx="4069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7408" y="1097280"/>
            <a:ext cx="64008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152144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1371600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 — KAN's ~30× compute overhead undisclosed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07408" y="1860804"/>
            <a:ext cx="4069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07408" y="1860804"/>
            <a:ext cx="64008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915668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comparison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2135124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or superficial — no FLOP-matched baselines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407408" y="2624328"/>
            <a:ext cx="4069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07408" y="2624328"/>
            <a:ext cx="64008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2679192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0" y="2898648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entries — no diffusion lineage, no EBM theory, no KAN theory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07408" y="3387852"/>
            <a:ext cx="406908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07408" y="3387852"/>
            <a:ext cx="64008" cy="6675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442716"/>
            <a:ext cx="3867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3662172"/>
            <a:ext cx="3867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stated — significant weakness for rigorous review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Experiments Run Overnight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verified across 3 independent seeds — zero K* variance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078992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078992"/>
            <a:ext cx="64008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97864"/>
            <a:ext cx="347472" cy="3474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97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1704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Frontier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563624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32K params × 5σ × 10K values, 3 seeds — log-linear spine confirmed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90672" y="1078992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90672" y="1078992"/>
            <a:ext cx="64008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97864"/>
            <a:ext cx="347472" cy="3474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197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11704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 Fair Baseline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563624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30-epoch SmoothMLP-EBM (3.2M params) — MLP plateaus at epoch 20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16752" y="1078992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16752" y="1078992"/>
            <a:ext cx="64008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197864"/>
            <a:ext cx="347472" cy="3474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197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117043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 Spectral 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1563624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Lanczos Hessian, 4 predictors tested — σ alone wins with R²=0.98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4592" y="2377440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" y="2377440"/>
            <a:ext cx="64008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496312"/>
            <a:ext cx="347472" cy="3474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496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246888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Fit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286207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K*(σ) ≈ 86.7·σ^1.53 — 5 noise levels, exact fit per prediction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90672" y="2377440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090672" y="2377440"/>
            <a:ext cx="64008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2496312"/>
            <a:ext cx="347472" cy="3474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496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03320" y="246888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46120" y="286207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vs CelebA-64 vs MLP — K* law is KAN-specific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16752" y="2377440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16752" y="2377440"/>
            <a:ext cx="64008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496312"/>
            <a:ext cx="347472" cy="3474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2496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29400" y="246888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Deblurring Boundary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72200" y="2862072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blur widths tested — law collapses (α=−0.25, R²=0.54)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64592" y="3675888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64592" y="3675888"/>
            <a:ext cx="64008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3794760"/>
            <a:ext cx="347472" cy="3474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77240" y="376732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Param-Scale Ablation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" y="4160520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→ 32K → 110K — α=1.534 stable above 32K params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090672" y="3675888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090672" y="3675888"/>
            <a:ext cx="64008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46120" y="3794760"/>
            <a:ext cx="347472" cy="3474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703320" y="376732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Spline-Order Ablation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46120" y="4160520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p=2,3,5 — identical K* grid, α independent of basis degree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016752" y="3675888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16752" y="3675888"/>
            <a:ext cx="64008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3794760"/>
            <a:ext cx="347472" cy="3474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629400" y="376732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 Benchmark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172200" y="4160520"/>
            <a:ext cx="25786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~30× per step vs FFN — Pareto FLOP-vs-PSNR plane mapped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#1: Fair MLP Baseline (CelebA, 30 Epochs)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SmoothMLP-EBM plateau confirmed at epoch 20 — K*=1 for all noise levels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0789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+5.36 dB advantage over MLP was a confound — the MLP had only 3 mini-epochs vs. 60 for KAN. Now fixed.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1168" y="150876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SMOOTHMLP-EBM (FAIR, 3.2M PARAMS) — CELEBA-64, Σ = 0.15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755648"/>
          <a:ext cx="6583680" cy="1115568"/>
        </p:xfrm>
        <a:graphic>
          <a:graphicData uri="http://schemas.openxmlformats.org/drawingml/2006/table">
            <a:tbl>
              <a:tblPr/>
              <a:tblGrid>
                <a:gridCol w="1920240"/>
                <a:gridCol w="667512"/>
                <a:gridCol w="667512"/>
                <a:gridCol w="667512"/>
                <a:gridCol w="667512"/>
                <a:gridCol w="667512"/>
                <a:gridCol w="667512"/>
              </a:tblGrid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SmoothMLP-EBM (fair)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KAN-EBM 110K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949440" y="141732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9440" y="1417320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14630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7086600" y="1920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degrades with 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86600" y="2121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K*=1 for ALL sigma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949440" y="265176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49440" y="265176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2697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+6.83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086600" y="31546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delta (honest)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8660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110K KAN vs 3.2M MLP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49440" y="3886200"/>
            <a:ext cx="1965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949440" y="3886200"/>
            <a:ext cx="64008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86600" y="39319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086600" y="438912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to plateau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086600" y="4590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loss flat after epoch 20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01168" y="2999232"/>
            <a:ext cx="6583680" cy="548640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47472" y="305409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Verdict: MLP has no K* law. MLP plateaus immediately. The 3.4× param advantage (110K vs 3.2M) combined with +6.83 dB is the defensible claim.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01168" y="37033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MLP-EBMs cannot iterate — the energy landscape has zero Hessian (ReLU). B-spline C² smoothness is what makes iterative refinement possible.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#2: Peak-and-Degrade → K*(σ) Scaling Law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K*(σ) discovered — deterministic stopping rule with R²=0.98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078992"/>
            <a:ext cx="8823960" cy="1024128"/>
          </a:xfrm>
          <a:prstGeom prst="rect">
            <a:avLst/>
          </a:prstGeom>
          <a:solidFill>
            <a:srgbClr val="1A27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1556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K*(σ)  ≈  86.7 · σ^1.53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172200" y="1115568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0.98  ·  5 noise levels  ·  3 seeds  ·  zero K* variance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01168" y="22311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VS. PREDICTED K* — CIFAR-10, KAN-EBM 32K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2450592"/>
          <a:ext cx="4663440" cy="22860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188720"/>
                <a:gridCol w="11887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K*_obs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K*_fit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074920" y="2148840"/>
            <a:ext cx="3886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74920" y="2148840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22128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K* variance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57800" y="24597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K* across all 3 seeds for every σ — stopping is deterministic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74920" y="3136392"/>
            <a:ext cx="3886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74920" y="3136392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3200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stopping rule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57800" y="3447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K̂ = round(86.7·σ^1.53). Run exactly K̂ steps. PSNR ≈ peak ±0.3 dB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74920" y="4123944"/>
            <a:ext cx="38862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74920" y="4123944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57800" y="41879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σ alone wins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57800" y="4434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directly measures distance from clean manifold — Hessian curvature adds noise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Predicts K*? Four Candidates Tested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spectral analysis — σ alone outperforms all spectral predictors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0972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SPECTRUM (LANCZOS, 40 ITERATIONS, 4 ANCHORS PER Σ)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325880"/>
          <a:ext cx="8778240" cy="2011680"/>
        </p:xfrm>
        <a:graphic>
          <a:graphicData uri="http://schemas.openxmlformats.org/drawingml/2006/table">
            <a:tbl>
              <a:tblPr/>
              <a:tblGrid>
                <a:gridCol w="457200"/>
                <a:gridCol w="3566160"/>
                <a:gridCol w="914400"/>
                <a:gridCol w="3749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 Formula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1/(η·λ_min)  — slow-mode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SIGN — predicts opposite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σκ/(η·λ_max)  — convergence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but σ does better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 alone  — noise magnitude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 — simple, clean, deployable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σ/λ_min  — combined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B — Hessian adds nothing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01168" y="34564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HESSIAN SPECTRUM PER NOISE LEVEL</a:t>
            </a:r>
            <a:endParaRPr lang="en-US" sz="8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657600"/>
          <a:ext cx="5029200" cy="1298448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280160"/>
                <a:gridCol w="1463040"/>
              </a:tblGrid>
              <a:tr h="216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λ_min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λ_max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 (condition)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64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40680" y="3456432"/>
            <a:ext cx="3520440" cy="129844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40680" y="3456432"/>
            <a:ext cx="64008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577840" y="35478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Slow-Mode Paradox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577840" y="382219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Slow-mode 1/(η·λ_min) predicts the opposite sign. High curvature at large σ means a harder problem — the linearisation breaks down. σ alone wins because it directly measures traversal distance on the image manifold.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Cross-Validation: Is the K* Law General?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× two datasets — K* law is KAN-specific, not a data artifact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097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K*(Σ) FIT ACROSS ARCHITECTURES AND DATASETS — 3 SEEDS EACH, ZERO K* VARIANCE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325880"/>
          <a:ext cx="87782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188720"/>
                <a:gridCol w="82296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 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 Law?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KAN-EBM 32K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CIFAR-10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KAN-EBM 32K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CelebA-64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SmoothMLP-EBM 97K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CelebA-64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01168" y="3127248"/>
            <a:ext cx="8778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" y="3127248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20954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shifts: faces need fewer steps: 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C=86.68 (CIFAR) → 56.64 (CelebA). Faces have more learnable structure, so fewer steps are needed per unit σ. Treat α≈1.4–1.5 as a prior; re-fit C per deployment.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1168" y="3767328"/>
            <a:ext cx="8778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168" y="3767328"/>
            <a:ext cx="64008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384962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K* values: {1,1,1,1,2}: 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no beneficial iteration. MLP-EBM has no K* law at any parameter count. The power-law scaling is architecturally specific to KAN's learnable B-spline edges.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01168" y="4407408"/>
            <a:ext cx="8778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1168" y="4407408"/>
            <a:ext cx="64008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489704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protocol:  </a:t>
            </a:r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K*(σ) ≈ C·σ^α. Run 5-point calibration set to fit C for your (model, dataset) pair. Treat α≈1.5 as a universal prior. Stopping error: ±0.3 dB of peak.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Ablations: Architectural Invariance Confirmed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scale (5K→110K) and spline order (p=2,3,5) — α is rock-solid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097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A: PARAMETER SCALE — 3 SEEDS, CIFAR-10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325880"/>
          <a:ext cx="649224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05840"/>
                <a:gridCol w="822960"/>
                <a:gridCol w="1005840"/>
                <a:gridCol w="13716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 (σ=0.3)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1.534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110,112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1.534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903720" y="1115568"/>
            <a:ext cx="2057400" cy="157276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03720" y="1115568"/>
            <a:ext cx="64008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59168" y="12070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059168" y="1463040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is identical for 32K and 110K (3.4× param range). Tiny model (5.8K) gives α=1.36 — 11% lower, under-parameterised. Restriction: α≈1.5 requires ≥32K params for 32×32 inputs.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1168" y="28346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B: SPLINE ORDER — P=2,3,5, ALL ~32K PARAMS</a:t>
            </a:r>
            <a:endParaRPr lang="en-US" sz="8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044952"/>
          <a:ext cx="6492240" cy="13716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914400"/>
                <a:gridCol w="822960"/>
                <a:gridCol w="164592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(quadratic)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29,008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(cubic, default)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(quintic)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903720" y="2834640"/>
            <a:ext cx="2057400" cy="157276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03720" y="2834640"/>
            <a:ext cx="64008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59168" y="2926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B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059168" y="3182112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K* grid {1,2,5,7,15} and identical fit across ALL spline orders. α is not an artifact of basis function degree — it is a property of the noise process and dataset geometry.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01168" y="45445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the K*(σ) exponent α≈1.5 is architecturally invariant. It's a property of denoising geometry, not of KAN design choices.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Deblurring Boundary: K* Law Fails Here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falsifiable, precise boundary — makes the denoising claim stronger, not weaker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" y="1097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GAUSSIAN-BLUR DEBLURRING — 6 BLUR WIDTHS TESTED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325880"/>
          <a:ext cx="8778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σ_blur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K*_obs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01168" y="2395728"/>
            <a:ext cx="4206240" cy="123444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1168" y="2395728"/>
            <a:ext cx="6400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fit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 +1.534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65760" y="3054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0.980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04288" y="30540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HOLDS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36008" y="2395728"/>
            <a:ext cx="4206240" cy="123444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36008" y="2395728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Deblurring fit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00600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 −0.246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800600" y="30540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0.545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39128" y="30540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COLLAPSES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1168" y="37673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breaks: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01168" y="402336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K*(σ) law assumes distance-to-clean-manifold ∝ σ. For deblurring, the corrupted manifold is deformed by the PSF — σ_blur does not index traversal distance. K* becomes roughly constant (~20) because difficulty is determined by operator inversion, not noise magnitude.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01168" y="455371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value: A falsifiable boundary makes the denoising claim stronger. We know exactly when the law applies and why. This is good science.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#3: FLOPs Benchmarked — Pareto Spine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is ~30× per step, but forms a log-linear Pareto spine in FLOP-vs-PSNR space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" y="10789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~30×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64592" y="1737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FLOPs / FFN FLOPs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inference step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0789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 dB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per 10× FLOPs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(log-linear Pareto spine)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19472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110K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919472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params — fits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SRAM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107899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408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in roadmap: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FLOP-efficient distillation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" y="2331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 BENCHMARKS — CIFAR-10, Σ=0.15, K=5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2542032"/>
          <a:ext cx="8778240" cy="128016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1828800"/>
                <a:gridCol w="228600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FLOPs/step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(σ=0.15, K=5)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KAN-EBM 32K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204,865,536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27.96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FFN-DSM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6,816,768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~24.1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MLP-EBM (fair, 3.2M)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20.56 dB (K=1)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(K*=1)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201168" y="3950208"/>
            <a:ext cx="8778240" cy="914400"/>
          </a:xfrm>
          <a:prstGeom prst="rect">
            <a:avLst/>
          </a:prstGeom>
          <a:solidFill>
            <a:srgbClr val="1A27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40050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Re-framing: The claim is NOT lowest FLOPs. The claim is: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7472" y="4261104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is the only method combining ≤110K params + iterative PSNR scaling + a predictive stopping rule (K̂=round(86.7·σ^1.53)). Each 10× FLOPs → +2 dB. MLP-EBM cannot replicate this at any parameter count.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Rewrite: v2 → v3 Changes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contributions list, 6 new sections, 49 references (was 24)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078992"/>
            <a:ext cx="43159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78992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3350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novelty. MNIST headline.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Pareto-spine framing. Two numbered contributions: Pareto frontier + K*(σ) scaling law.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1874520"/>
            <a:ext cx="43159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187452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29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1305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list — 5 items, MNIST first.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3042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items. K* law is item 1. Pareto is item 2. MNIST demoted to item 9 (sanity check).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2670048"/>
            <a:ext cx="43159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2670048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24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§1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29260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(absent)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30998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Parameter–compute Pareto frontier — Pareto plot, log-linear spine, +6.83 dB numbers.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" y="3465576"/>
            <a:ext cx="43159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" y="346557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20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§2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721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(absent)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38953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CelebA fair-baseline — Table: 3 models × 6 K values. Corrects confounded baseline.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4261104"/>
            <a:ext cx="43159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" y="4261104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3159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§3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45171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(absent)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690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Empirical scaling law for K* — equation, 4-predictor table, early-stopping protocol.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1078992"/>
            <a:ext cx="43159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17720" y="1078992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1133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§4–6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13350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(absent)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73168" y="1508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Cross-validation, Architectural Invariance, Boundary (deblur). All with tables.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1874520"/>
            <a:ext cx="43159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187452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1929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§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21305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 — primary claim.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23042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'Further validation: MNIST scaling sanity check.' Demoted.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2670048"/>
            <a:ext cx="43159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2670048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724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29260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stated.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73168" y="30998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explicit, self-critical limitations — rare for NeurIPS papers.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3465576"/>
            <a:ext cx="431596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346557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3520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73168" y="3721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paragraphs, 24 refs.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73168" y="38953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paragraphs, 49 refs. Added: diffusion lineage, KAN theory, TinyML, Allen-Cahn.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 4 Fixed: Honest SOTA Position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~6 dB below SwinIR — that is the honest number. Here is what we claim instead.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115568"/>
          <a:ext cx="8778240" cy="2944368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2011680"/>
                <a:gridCol w="2011680"/>
                <a:gridCol w="1645920"/>
              </a:tblGrid>
              <a:tr h="368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(CIFAR σ=0.15)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Test-time scaling?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≤100K params?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~29.5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~31.2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~32.0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DDRM (diffusion)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~29.8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DPS (diffusion)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~30.1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MLP-EBM (fair)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(K*=1)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KAN-EBM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32K–110K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26.8 dB (K=15)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(R²=0.98)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187952"/>
            <a:ext cx="8778240" cy="685800"/>
          </a:xfrm>
          <a:prstGeom prst="rect">
            <a:avLst/>
          </a:prstGeom>
          <a:solidFill>
            <a:srgbClr val="1A27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claim: Only method combining ≤100K params + iterative PSNR scaling + predictive stopping rule. NOT best absolute PSNR. Log-linear Pareto spine: each 10× FLOPs → +2 dB. MLP-EBM cannot replicate at any parameter count.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Explicit Limitations: 7 Honest Statements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written into the paper — rare for NeurIPS submissions, and it strengthens credibility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078992"/>
            <a:ext cx="431596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78992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" y="1170432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117043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SR-4× negligible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" y="1481328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+0.25 dB over bicubic. Energy prior negligible vs. data-fidelity. Not claimed as a success.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" y="2057400"/>
            <a:ext cx="431596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2057400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" y="214884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2148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214884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JPEG-AR (Q=10) peaks early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" y="2459736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+0.60 dB at K=2 only. Degrades at K=20 to 21.23 dB. Blocking artifacts outside training distribution.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4592" y="3035808"/>
            <a:ext cx="431596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3035808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" y="3127248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" y="312724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B failures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" y="343814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and Latin-4 puzzles: KAN-EBM degrades with K, MLP-EBM succeeds. Architectural, not capacity, limitation.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4592" y="4014216"/>
            <a:ext cx="431596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4014216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" y="4105656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" y="410565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is parity, not advantage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1752" y="4416552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+5.36 dB over MLP under FGSM was confounded. With fair baseline: KAN and MLP within 1 dB. Claim: parity at 3.3× fewer params.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1078992"/>
            <a:ext cx="431596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1078992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1170432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48072" y="117043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~30× per-step FLOPs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1481328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is more expensive per step. Mitigated by memory efficiency (fits in SRAM) + distillation roadmap (Paper 5).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2322576"/>
            <a:ext cx="431596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2322576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36592" y="2414016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48072" y="241401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 law is empirical, not spectral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0" y="2724912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closed-form derivation of α≈1.5. Consistent with distance-to-cover argument. Theory left for future work.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17720" y="3566160"/>
            <a:ext cx="4315968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566160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36592" y="365760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48072" y="3657600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Deblurring boundary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54880" y="3968496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collapses for blur (R²=0.54). Scope of K*(σ) law: i.i.d. additive denoising only.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Concern-by-Concern Response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raised, what was done, what remains open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115568"/>
          <a:ext cx="877824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  <a:gridCol w="1097280"/>
              </a:tblGrid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 Raised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Confounded MLP 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CelebA fair-baseline: 30-epoch SmoothMLP-EBM (3.2M params). K*=1 for all σ. +6.83 dB delta verified.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Peak-and-degrade — no stopping rule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K*(σ)≈86.7·σ^1.53. R²=0.98, 3 seeds, zero K* variance. Stopping error ±0.3 dB.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FLOPs reported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~30× per step benchmarked. Pareto FLOP-vs-PSNR plane mapped. New §Pareto in paper.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SOTA comparison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7-row SOTA table. Honest position stated: ~6 dB below SwinIR. Claim repositioned to Pareto spine.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ablations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Param-scale (5K→110K), spline-order (p=2,3,5), cross-dataset (CIFAR/CelebA) — all done.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framing too narrow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rewritten. K* law is Contribution 1. Pareto is Contribution 2. MNIST is sanity check #9.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explicit limitations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7-point limitations section written. Deblur boundary, JPEG, Lane B, robustness — all stated.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third-dataset 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STL-10 run not yet completed.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LPIPS / SSIM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PSNR reported in current experiments.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theoretical derivation of 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law only — acknowledged as future work.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Pre-Submission Checklist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before the paper is submission-ready for NeurIPS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115568"/>
            <a:ext cx="4343400" cy="379476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115568"/>
            <a:ext cx="64008" cy="3794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508760"/>
            <a:ext cx="402336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 ablation experiments — all complete, verified, 3 seeds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Fair MLP baseline (CelebA, 30 epochs) — complete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K*(σ) power-law fit — complete (R²=0.98)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Cross-validation: CIFAR + CelebA — complete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Param-scale ablation (5K→110K) — complete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Spline-order ablation (p=2,3,5) — complete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Deblurring boundary test — complete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FLOP benchmark — complete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Paper v3 rewrite (abstract, contributions, 6 new §) — complete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49-entry reference list — complete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7-point limitations section — complete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1115568"/>
            <a:ext cx="4297680" cy="379476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1115568"/>
            <a:ext cx="64008" cy="3794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070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 REMAINING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400507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Run STL-10 — third-dataset K* cross-validation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Compute LPIPS + SSIM alongside PSNR for all experiments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Generate energy landscape heatmap visualisations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Fill kaem2024 BibTeX — read KAEMs.pdf for real authors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Polish all figures to PDF for LaTeX inclusion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Proofread §4–§6 consistency with new Pareto framing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Run DnCNN reproduction — fully controlled SOTA table entry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Roadmap: 5-Paper Programme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is Paper 1 — the empirical foundation for a complete research programme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078992"/>
            <a:ext cx="8823960" cy="71323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78992"/>
            <a:ext cx="64008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" y="118872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11338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(Now)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" y="1408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+ K*(σ) Scaling Law + Pareto Frontier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25512" y="1234440"/>
            <a:ext cx="13258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25512" y="1234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42232" y="11704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K*(σ)≈C·σ^α, Pareto spine, 9 ablations, fair baselines, honest limitations. Submission-ready after checklist items.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4592" y="1865376"/>
            <a:ext cx="8823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186537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" y="1975104"/>
            <a:ext cx="457200" cy="4572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KAN-EBM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2194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Task-Conditioned Energy Functions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25512" y="2020824"/>
            <a:ext cx="132588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202082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2027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42232" y="195681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energy supports denoising + SR + inpainting simultaneously. Task conditioning via learned precision weights.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4592" y="2651760"/>
            <a:ext cx="8823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517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" y="2761488"/>
            <a:ext cx="457200" cy="4572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392" y="2706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α≈1.5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" y="2980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Manifold Geometry Derivation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25512" y="2807208"/>
            <a:ext cx="1325880" cy="329184"/>
          </a:xfrm>
          <a:prstGeom prst="rect">
            <a:avLst/>
          </a:prstGeom>
          <a:solidFill>
            <a:srgbClr val="253659"/>
          </a:solidFill>
          <a:ln w="12700">
            <a:solidFill>
              <a:srgbClr val="2536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512" y="280720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42232" y="27432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proof of K*(σ) exponent from distance-to-clean-manifold geometry. Needed to close the empirical-law gap.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4592" y="3438144"/>
            <a:ext cx="8823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4592" y="3438144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" y="3547872"/>
            <a:ext cx="457200" cy="4572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0392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KAN-EBM for Language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0392" y="37673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Energy Scoring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25512" y="3593592"/>
            <a:ext cx="1325880" cy="329184"/>
          </a:xfrm>
          <a:prstGeom prst="rect">
            <a:avLst/>
          </a:prstGeom>
          <a:solidFill>
            <a:srgbClr val="253659"/>
          </a:solidFill>
          <a:ln w="12700">
            <a:solidFill>
              <a:srgbClr val="2536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25512" y="359359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42232" y="352958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KAN energy formulation to token-level scoring. Can iterative refinement benefit discrete sequences?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64592" y="4224528"/>
            <a:ext cx="88239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4592" y="4224528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83464" y="4334256"/>
            <a:ext cx="457200" cy="457200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0392" y="4279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to Feedforward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0392" y="45537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K*-Step KAN → Fast Student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525512" y="4379976"/>
            <a:ext cx="1325880" cy="329184"/>
          </a:xfrm>
          <a:prstGeom prst="rect">
            <a:avLst/>
          </a:prstGeom>
          <a:solidFill>
            <a:srgbClr val="253659"/>
          </a:solidFill>
          <a:ln w="12700">
            <a:solidFill>
              <a:srgbClr val="25365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25512" y="437997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42232" y="43159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 the K* inference trajectory into a single-pass feedforward student. Resolves the ~30× per-step FLOPs issue.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matters — for any discussion with any reviewer or examiner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" y="1115568"/>
            <a:ext cx="4315968" cy="1828800"/>
          </a:xfrm>
          <a:prstGeom prst="rect">
            <a:avLst/>
          </a:prstGeom>
          <a:solidFill>
            <a:srgbClr val="253659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" y="1207008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K* LAW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41330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K*(σ) ≈ 86.7 · σ^1.53    R²=0.98   CIFAR-10   5σ   3 seeds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K*(σ) ≈ 56.6 · σ^1.36    R²=0.975  CelebA-64  5σ   3 seeds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MLP-EBM:  α=0.29, R²=0.42  →  no K* law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Deblur:  α=−0.25, R²=0.54  →  law collapses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81728" y="1115568"/>
            <a:ext cx="4315968" cy="1828800"/>
          </a:xfrm>
          <a:prstGeom prst="rect">
            <a:avLst/>
          </a:prstGeom>
          <a:solidFill>
            <a:srgbClr val="253659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8888" y="1207008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DELTAS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91456" y="1481328"/>
            <a:ext cx="41330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KAN-EBM 110K (CelebA K=15):  26.83 dB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SmoothMLP-EBM 97K fair (K=1):  20.56 dB  →  Δ=+6.83 dB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KAN-EBM 32K (CIFAR σ=0.15 K=5):  27.96 dB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FFN-DSM same params:  ~23.4 dB  →  Δ=+4.55 dB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3108960"/>
            <a:ext cx="4315968" cy="1828800"/>
          </a:xfrm>
          <a:prstGeom prst="rect">
            <a:avLst/>
          </a:prstGeom>
          <a:solidFill>
            <a:srgbClr val="253659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3200400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INVARIANCE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" y="3474720"/>
            <a:ext cx="41330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p=2,3,5 and 32K→110K: ALL give α=1.534, R²=0.980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Tiny model (5,808 params): α=1.362 (under-parameterised)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α≈1.5 applies for KAN-EBMs with ≥32K params on 32×32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3108960"/>
            <a:ext cx="4315968" cy="1828800"/>
          </a:xfrm>
          <a:prstGeom prst="rect">
            <a:avLst/>
          </a:prstGeom>
          <a:solidFill>
            <a:srgbClr val="253659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3200400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91456" y="3474720"/>
            <a:ext cx="41330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KAN-EBM per step:  204,865,536 FLOPs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FFN forward pass:  6,816,768 FLOPs  →  ratio ~30×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Mitigated: fits in SRAM; distillation is Paper 5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7315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PhD Contribution &amp; NeurIPS Assessment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1168" y="60350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have, what the risks are, and how we mitigate them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1078992"/>
            <a:ext cx="4279392" cy="228600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78992"/>
            <a:ext cx="64008" cy="2286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61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STRENGTHS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K*(σ) law: novel, falsifiable, R²=0.98, 3 seeds, architectural invariance confirmed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Precise domain boundary (deblur collapses) — makes claim tighter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Fair baselines fixed — +6.83 dB over fair MLP is defensible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9 ablations + cross-validation = rigorous experimental coverage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7-point explicit limitations — rare, strengthens credibility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49-ref, NeurIPS-format, ~8-page body — ready for submission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1078992"/>
            <a:ext cx="4279392" cy="2286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1078992"/>
            <a:ext cx="64008" cy="2286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612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GAPS (PRE-SUBMISSION)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46320" y="1389888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No theoretical derivation of α≈1.5 (acknowledged as future work)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No STL-10 or third-dataset cross-validation yet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No LPIPS or SSIM (only PSNR reported currently)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kaem2024 BibTeX placeholder — real authors needed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~30× per-step FLOPs (mitigated by Pareto framing)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3493008"/>
            <a:ext cx="8796528" cy="1508760"/>
          </a:xfrm>
          <a:prstGeom prst="rect">
            <a:avLst/>
          </a:prstGeom>
          <a:solidFill>
            <a:srgbClr val="1A27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" y="38587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NeurIPS 2026 submission. Medium reject risk.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" y="41148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rejection: 'too empirical, PSNR too low, no theory for α.'  Mitigation: lean into K* law novelty; Pareto framing avoids the absolute PSNR trap.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" y="45262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contribution level: Solid first paper. K* law + cross-validation + invariance ablations = complete, reproducible empirical discovery.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All 7 supervisor concerns addressed — 9 experiments run, verified, 3 seeds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33502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K*(σ) ≈ C·σ^α (R²=0.98) discovered — first empirical scaling law for optimal inference depth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77393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Fair MLP baseline fixed — +6.83 dB delta is now defensible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21284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FLOPs benchmarked — ~30× per step, Pareto framing repositions the claim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SOTA position honest — ~6 dB below SwinIR, repositioned to Pareto spine + K* uniqueness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" y="30906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Paper v3 complete: 9 contributions, 6 new sections, 49 references, 7-point limitations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352958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Pre-submission remaining: STL-10, LPIPS/SSIM, DnCNN repro, one BibTeX entry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3529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9684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Verdict: Competitive NeurIPS 2026 submission — medium reject risk, K* law is the anchor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Hafez Khatib  ·  AUB  ·  April 28, 2026  ·  hafezkhatib.2002@gmail.com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KAN-EBM Research Update — Supervisor Briefing</dc:title>
  <dc:subject>April 28, 2026 Progress Report</dc:subject>
  <dc:creator>Hafez Khatib, AUB</dc:creator>
  <cp:lastModifiedBy>Hafez Khatib, AUB</cp:lastModifiedBy>
  <cp:revision>1</cp:revision>
  <dcterms:created xsi:type="dcterms:W3CDTF">2026-04-28T06:36:16Z</dcterms:created>
  <dcterms:modified xsi:type="dcterms:W3CDTF">2026-04-28T06:36:16Z</dcterms:modified>
</cp:coreProperties>
</file>